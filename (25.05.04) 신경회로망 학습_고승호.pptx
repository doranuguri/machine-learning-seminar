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306" r:id="rId3"/>
    <p:sldId id="307" r:id="rId4"/>
    <p:sldId id="258" r:id="rId5"/>
    <p:sldId id="257" r:id="rId6"/>
    <p:sldId id="259" r:id="rId7"/>
    <p:sldId id="260" r:id="rId8"/>
    <p:sldId id="261" r:id="rId9"/>
    <p:sldId id="263" r:id="rId10"/>
    <p:sldId id="308" r:id="rId11"/>
    <p:sldId id="265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8" r:id="rId20"/>
    <p:sldId id="279" r:id="rId21"/>
    <p:sldId id="282" r:id="rId22"/>
    <p:sldId id="283" r:id="rId23"/>
    <p:sldId id="284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7" r:id="rId32"/>
    <p:sldId id="296" r:id="rId33"/>
    <p:sldId id="298" r:id="rId34"/>
    <p:sldId id="300" r:id="rId35"/>
    <p:sldId id="301" r:id="rId36"/>
    <p:sldId id="302" r:id="rId37"/>
    <p:sldId id="303" r:id="rId38"/>
    <p:sldId id="305" r:id="rId39"/>
    <p:sldId id="304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17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24575,'0'5'0,"0"5"0,0 6 0,0 5 0,0 3 0,0 2 0,0 1 0,0 1 0,0 0 0,0-1 0,0 0 0,0 0 0,0 0 0,0-1 0,0 5 0,0 2 0,4-5 0,2-8-8191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19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24575,'17'1'0,"0"1"0,1 1 0,26 8 0,-7-3 0,-32-6 0,1-1 0,-1 1 0,1 0 0,-1 0 0,0 1 0,0-1 0,0 1 0,0 0 0,-1 0 0,1 1 0,-1 0 0,0 0 0,0 0 0,0 0 0,0 0 0,-1 1 0,0 0 0,0-1 0,0 1 0,0 0 0,-1 1 0,0-1 0,0 0 0,0 1 0,-1-1 0,1 1 0,-1 7 0,0-4 0,0 0 0,-1 0 0,0 0 0,0 0 0,-1 0 0,-1-1 0,1 1 0,-1 0 0,-1 0 0,0-1 0,0 0 0,0 1 0,-1-1 0,0 0 0,-1-1 0,-9 13 0,1-7 0,0 0 0,-24 17 0,14-12 0,15-13 0,1 0 0,-1-1 0,0 0 0,-1 0 0,-8 3 0,8-4 0,0 1 0,0 0 0,-12 8 0,20-12 0,0 1 0,0-1 0,0 1 0,1-1 0,-1 1 0,0-1 0,0 1 0,1 0 0,-1-1 0,0 1 0,1 0 0,-1 0 0,1 0 0,-1 0 0,1-1 0,-1 1 0,1 0 0,0 0 0,-1 0 0,1 0 0,0 0 0,0 0 0,0 2 0,0-2 0,0 0 0,1 0 0,-1 0 0,1 0 0,-1-1 0,1 1 0,-1 0 0,1 0 0,0 0 0,0 0 0,-1-1 0,1 1 0,0 0 0,0-1 0,0 1 0,0 0 0,1 0 0,4 2 0,-1-1 0,1 0 0,0 0 0,0 0 0,12 2 0,44 0 0,94-5 0,-50-1 0,25 2-1365,-108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21.8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24575,'1'0'0,"0"0"0,0 0 0,0 1 0,-1-1 0,1 0 0,0 1 0,0-1 0,0 1 0,0-1 0,-1 1 0,1 0 0,0-1 0,0 1 0,-1 0 0,1-1 0,0 1 0,-1 0 0,1 0 0,-1 0 0,1-1 0,-1 1 0,0 0 0,1 0 0,-1 0 0,0 0 0,1 2 0,5 28 0,-6-29 0,5 69 0,-5 98 0,-2-63 0,2-80-1365,0-3-5461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24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24575,'18'1'0,"0"1"0,0 1 0,-1 0 0,1 2 0,-1-1 0,0 2 0,0 1 0,0 0 0,29 18 0,-42-22 0,-1 0 0,0 0 0,0 0 0,0 1 0,0 0 0,0-1 0,-1 1 0,0 0 0,1 0 0,-1 0 0,-1 0 0,1 1 0,-1-1 0,0 1 0,0-1 0,0 1 0,0 4 0,0-3 0,0-1 0,-1 0 0,0 1 0,0-1 0,-1 0 0,1 1 0,-1-1 0,0 0 0,-1 0 0,1 0 0,-1 0 0,0 0 0,0 0 0,-5 7 0,-7 8 0,2-3 0,-24 26 0,32-39 0,0 0 0,0-1 0,-1 1 0,1-1 0,-1 0 0,0 0 0,0 0 0,0 0 0,0-1 0,-1 0 0,-5 1 0,-7 1 0,9-2 0,0-1 0,0 1 0,1 1 0,-1 0 0,1 0 0,0 0 0,-13 8 0,20-10 0,0 0 0,0-1 0,0 1 0,1 0 0,-1 0 0,0-1 0,1 1 0,-1 0 0,1 0 0,-1 0 0,1 0 0,0 0 0,-1 0 0,1 0 0,0 0 0,-1 0 0,1 0 0,0 0 0,0 0 0,0 0 0,0 0 0,0 0 0,0 0 0,0 0 0,0 0 0,1 0 0,-1 0 0,0 0 0,1 0 0,-1 0 0,0 0 0,1 0 0,-1 0 0,1 0 0,0-1 0,-1 1 0,1 0 0,0 0 0,-1-1 0,1 1 0,0 0 0,0-1 0,1 2 0,3 2 0,0 0 0,0-1 0,0 1 0,0-1 0,1-1 0,6 4 0,2-2 0,-1 0 0,2-1 0,-1-1 0,0 0 0,16 0 0,77-4 0,-41-1 0,-14 3-1365,-29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customXml" Target="../ink/ink2.xml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customXml" Target="../ink/ink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신경회로망 학습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모두를 위한 </a:t>
            </a:r>
            <a:r>
              <a:rPr lang="ko-KR" altLang="en-US" sz="3200" dirty="0" err="1"/>
              <a:t>머신러닝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신경회로망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600" y="1238716"/>
            <a:ext cx="8234800" cy="5117634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신경회로망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416" y="1132175"/>
            <a:ext cx="8553167" cy="522417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신경회로망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신경회로망 학습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25" y="1241139"/>
            <a:ext cx="8138913" cy="496439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Feedforward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246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Feedforward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4-6C1E-8F9C-CC94-A78D4A3E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FDB4-B626-1CBE-5224-6FA2048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152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Feedforward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1EB45-D75B-4BD1-E4D4-95C9998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09091C-8852-DF9C-AF5F-AF63D493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409374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Feedforward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43725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Feedforward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923" y="1081466"/>
            <a:ext cx="8592153" cy="527488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3250" cy="989950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062" y="1123527"/>
            <a:ext cx="8477876" cy="5232823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674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7945" y="1102411"/>
            <a:ext cx="8816109" cy="5390463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7CD-EC5C-D85B-69BD-31E3448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1091E-4EEC-E7E2-3522-1B2531F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3BF4C-6E04-8080-3366-619C128A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0F7610-B09B-7B22-9C82-E4BE62D2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1393" y="1193894"/>
            <a:ext cx="8429213" cy="5162456"/>
          </a:xfrm>
        </p:spPr>
      </p:pic>
    </p:spTree>
    <p:extLst>
      <p:ext uri="{BB962C8B-B14F-4D97-AF65-F5344CB8AC3E}">
        <p14:creationId xmlns:p14="http://schemas.microsoft.com/office/powerpoint/2010/main" val="399362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4912EEE-0D33-2FE5-378B-4C2EEDAB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9931" y="1317648"/>
            <a:ext cx="9052137" cy="5038702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246908"/>
            <a:ext cx="8683966" cy="5109441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158C-E8F7-272B-2BD0-7D80ADF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6F4E7-E555-EC1C-4CE1-0CEF0D03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4573C-D050-5878-A3A5-CDDC5D7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4D8035E-8F1F-873D-C349-888B1204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914" y="1390400"/>
            <a:ext cx="8052171" cy="4965950"/>
          </a:xfrm>
        </p:spPr>
      </p:pic>
    </p:spTree>
    <p:extLst>
      <p:ext uri="{BB962C8B-B14F-4D97-AF65-F5344CB8AC3E}">
        <p14:creationId xmlns:p14="http://schemas.microsoft.com/office/powerpoint/2010/main" val="280952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7C9D-2E8C-3142-F038-DF39796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2681-9457-9676-9589-987D79AE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A1F24-084D-F7C0-917A-445241B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3E9CA65-0A40-ACD2-4DC2-B25B754D3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4057" y="1363271"/>
            <a:ext cx="8203886" cy="4993079"/>
          </a:xfrm>
        </p:spPr>
      </p:pic>
    </p:spTree>
    <p:extLst>
      <p:ext uri="{BB962C8B-B14F-4D97-AF65-F5344CB8AC3E}">
        <p14:creationId xmlns:p14="http://schemas.microsoft.com/office/powerpoint/2010/main" val="1868323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Backpropagation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2407" y="1042511"/>
            <a:ext cx="8707186" cy="5313839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5938" y="1008150"/>
            <a:ext cx="8620124" cy="5348200"/>
          </a:xfr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EA58-847A-849C-B884-EC3F76D7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13370-1092-45F0-6E5E-54DD6D4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28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5564-059E-D3F9-9FAD-2A8E8ACE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022130-135E-BF8E-170E-925A7637D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859337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E8D7-F379-6A8A-CF4B-B8397B21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92E8-F360-225E-2130-6B9093D3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09313-90B5-9718-6566-6889D724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97F1E79-7625-D9A2-07F8-FD7448943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357540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6530-1A3B-F6A6-90ED-D0149E60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9713-0F73-759E-B580-753D5E6F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221E97-F6EE-6C42-54D6-2EBA2124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A29407C-1764-D0F8-D058-4F772E4FB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97034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A477-4B19-7C72-E87F-19DC903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01B48-DCC1-C2C9-E19A-A9F9C225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7CEBA-7836-B12F-5F35-C041E59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F96BB67-1571-500F-1754-AD6FE7A5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611528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9804-4D66-6C16-408A-73CB1171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0A5EF-1029-A7FE-2748-E52F19A9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3CF52-920F-8255-B559-3324BD34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0DF2668-B650-37F5-207A-16F08A59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0582018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0B78-16DE-6359-3FF6-02BD6155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B1449-8841-513A-CBE0-5A885282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3818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45DE2B-5112-44B8-DF5F-1EDD1B51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701B15B-D33A-1D43-9F8C-57C64C299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795673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9190-C393-5A81-E390-1B734649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6692B-9932-0E79-98DE-8E54097C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51A45E-4B1C-D6B7-5446-287FAF5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351AF47-C675-67E1-4C98-0C01B7280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98DA486-7CF6-E792-ED8B-5662DBD7D8F1}"/>
              </a:ext>
            </a:extLst>
          </p:cNvPr>
          <p:cNvGrpSpPr/>
          <p:nvPr/>
        </p:nvGrpSpPr>
        <p:grpSpPr>
          <a:xfrm>
            <a:off x="5323965" y="3619485"/>
            <a:ext cx="294840" cy="172800"/>
            <a:chOff x="5323965" y="3619485"/>
            <a:chExt cx="29484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DC01420-5D54-B6BB-907B-28C15F52133F}"/>
                    </a:ext>
                  </a:extLst>
                </p14:cNvPr>
                <p14:cNvContentPartPr/>
                <p14:nvPr/>
              </p14:nvContentPartPr>
              <p14:xfrm>
                <a:off x="5323965" y="3619485"/>
                <a:ext cx="4320" cy="1555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DC01420-5D54-B6BB-907B-28C15F5213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6325" y="3601485"/>
                  <a:ext cx="39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B87A650-5D02-6291-7FEC-B9F359F07CBE}"/>
                    </a:ext>
                  </a:extLst>
                </p14:cNvPr>
                <p14:cNvContentPartPr/>
                <p14:nvPr/>
              </p14:nvContentPartPr>
              <p14:xfrm>
                <a:off x="5424765" y="3619485"/>
                <a:ext cx="194040" cy="1728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B87A650-5D02-6291-7FEC-B9F359F07C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07125" y="3601485"/>
                  <a:ext cx="2296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168928-AB9A-6DCD-EDFD-175A738DD10B}"/>
              </a:ext>
            </a:extLst>
          </p:cNvPr>
          <p:cNvGrpSpPr/>
          <p:nvPr/>
        </p:nvGrpSpPr>
        <p:grpSpPr>
          <a:xfrm>
            <a:off x="5485965" y="4562325"/>
            <a:ext cx="256680" cy="189720"/>
            <a:chOff x="5485965" y="4562325"/>
            <a:chExt cx="25668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608B279-280D-F24E-DE97-82E8F415A691}"/>
                    </a:ext>
                  </a:extLst>
                </p14:cNvPr>
                <p14:cNvContentPartPr/>
                <p14:nvPr/>
              </p14:nvContentPartPr>
              <p14:xfrm>
                <a:off x="5485965" y="4590765"/>
                <a:ext cx="10800" cy="161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608B279-280D-F24E-DE97-82E8F415A6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68325" y="4573125"/>
                  <a:ext cx="46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F23ACE5-6184-D04C-460D-331E88ECAE66}"/>
                    </a:ext>
                  </a:extLst>
                </p14:cNvPr>
                <p14:cNvContentPartPr/>
                <p14:nvPr/>
              </p14:nvContentPartPr>
              <p14:xfrm>
                <a:off x="5597205" y="4562325"/>
                <a:ext cx="145440" cy="1641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F23ACE5-6184-D04C-460D-331E88ECAE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9565" y="4544325"/>
                  <a:ext cx="181080" cy="19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198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8F59-E503-9A80-7A15-F2B06595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6F708-701A-FD62-6005-C8B29576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행렬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3ED70-2C43-823F-32EF-8DFB2767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5AA9EE-BCBC-96DB-AE92-8D8E714A2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362442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2FEF2-B2A3-1275-C460-D2127822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335C2-BCBE-D2E9-06B2-5C6D1409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Stopping Criteria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5BAE6-3CF0-AD2C-75E2-C9E5DAD1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5BDB538-791B-01F6-26EB-8E58A14D0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176767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404E-63C9-784C-BB47-35823F31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EA8EF-FCBC-41B3-B653-4CF9B870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Stopping Criteria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767F9E-2083-0D6C-A459-4DDCC974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1039D7E-4355-F39B-B1B0-B276B1860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3947092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1709-5CC6-E432-5425-557709D9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88A32-87E2-B63F-4365-6A2BF5B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가중치 초기화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6DFAE-FA86-F702-B856-AD22273B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576A8B9-81D2-F2B8-382E-2B382E8C1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022329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266E-67E2-5E5E-2810-3D87AE71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C92C-2B6F-46A7-3028-72DE157F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F03AB-DA15-F319-136F-E781B506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97AB0E1-AF02-1A5F-DA48-5A4D7E8AC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217529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85C9E-4E4E-7F07-8982-A41BD9DE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CDD3B-A30B-9C4F-5280-AE1B009B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파라미터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8B29A-A8C5-A251-1B81-F55AC3AA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09F070A-63B9-8E14-7D6B-F440D31BA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48961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139</Words>
  <Application>Microsoft Office PowerPoint</Application>
  <PresentationFormat>와이드스크린</PresentationFormat>
  <Paragraphs>105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5" baseType="lpstr">
      <vt:lpstr>맑은 고딕</vt:lpstr>
      <vt:lpstr>Arial</vt:lpstr>
      <vt:lpstr>Office 테마</vt:lpstr>
      <vt:lpstr>신경회로망 학습</vt:lpstr>
      <vt:lpstr>신경회로망 학습</vt:lpstr>
      <vt:lpstr>신경회로망 학습</vt:lpstr>
      <vt:lpstr>신경회로망 학습</vt:lpstr>
      <vt:lpstr>신경회로망 학습</vt:lpstr>
      <vt:lpstr>이진 분류</vt:lpstr>
      <vt:lpstr>다중 분류</vt:lpstr>
      <vt:lpstr>Feedforward</vt:lpstr>
      <vt:lpstr>Feedforward</vt:lpstr>
      <vt:lpstr>Feedforward</vt:lpstr>
      <vt:lpstr>Feedforward</vt:lpstr>
      <vt:lpstr>Feedforward</vt:lpstr>
      <vt:lpstr>비용함수</vt:lpstr>
      <vt:lpstr>비용함수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파라미터 최적화</vt:lpstr>
      <vt:lpstr>파라미터 최적화</vt:lpstr>
      <vt:lpstr>파라미터 최적화</vt:lpstr>
      <vt:lpstr>파라미터 최적화</vt:lpstr>
      <vt:lpstr>파라미터 최적화</vt:lpstr>
      <vt:lpstr>파라미터 최적화</vt:lpstr>
      <vt:lpstr>파라미터 최적화</vt:lpstr>
      <vt:lpstr>파라미터 최적화</vt:lpstr>
      <vt:lpstr>파라미터 최적화</vt:lpstr>
      <vt:lpstr>파라미터 최적화</vt:lpstr>
      <vt:lpstr>행렬 표현</vt:lpstr>
      <vt:lpstr>행렬 표현</vt:lpstr>
      <vt:lpstr>행렬 표현</vt:lpstr>
      <vt:lpstr>행렬 표현</vt:lpstr>
      <vt:lpstr>행렬 표현</vt:lpstr>
      <vt:lpstr>행렬 표현</vt:lpstr>
      <vt:lpstr>행렬 표현</vt:lpstr>
      <vt:lpstr>행렬 표현</vt:lpstr>
      <vt:lpstr>행렬 표현</vt:lpstr>
      <vt:lpstr>Stopping Criteria</vt:lpstr>
      <vt:lpstr>Stopping Criteria</vt:lpstr>
      <vt:lpstr>가중치 초기화</vt:lpstr>
      <vt:lpstr>파라미터 최적화</vt:lpstr>
      <vt:lpstr>파라미터 최적화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10</cp:revision>
  <dcterms:created xsi:type="dcterms:W3CDTF">2025-03-09T02:43:38Z</dcterms:created>
  <dcterms:modified xsi:type="dcterms:W3CDTF">2025-05-04T11:46:57Z</dcterms:modified>
</cp:coreProperties>
</file>