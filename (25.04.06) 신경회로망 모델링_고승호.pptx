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9"/>
  </p:notesMasterIdLst>
  <p:sldIdLst>
    <p:sldId id="256" r:id="rId2"/>
    <p:sldId id="306" r:id="rId3"/>
    <p:sldId id="307" r:id="rId4"/>
    <p:sldId id="258" r:id="rId5"/>
    <p:sldId id="257" r:id="rId6"/>
    <p:sldId id="259" r:id="rId7"/>
    <p:sldId id="260" r:id="rId8"/>
    <p:sldId id="261" r:id="rId9"/>
    <p:sldId id="262" r:id="rId10"/>
    <p:sldId id="263" r:id="rId11"/>
    <p:sldId id="308" r:id="rId12"/>
    <p:sldId id="265" r:id="rId13"/>
    <p:sldId id="268" r:id="rId14"/>
    <p:sldId id="269" r:id="rId15"/>
    <p:sldId id="271" r:id="rId16"/>
    <p:sldId id="272" r:id="rId17"/>
    <p:sldId id="273" r:id="rId18"/>
    <p:sldId id="275" r:id="rId19"/>
    <p:sldId id="276" r:id="rId20"/>
    <p:sldId id="278" r:id="rId21"/>
    <p:sldId id="279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7" r:id="rId37"/>
    <p:sldId id="296" r:id="rId38"/>
    <p:sldId id="298" r:id="rId39"/>
    <p:sldId id="300" r:id="rId40"/>
    <p:sldId id="301" r:id="rId41"/>
    <p:sldId id="302" r:id="rId42"/>
    <p:sldId id="303" r:id="rId43"/>
    <p:sldId id="305" r:id="rId44"/>
    <p:sldId id="304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0:07:17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24575,'0'5'0,"0"5"0,0 6 0,0 5 0,0 3 0,0 2 0,0 1 0,0 1 0,0 0 0,0-1 0,0 0 0,0 0 0,0 0 0,0-1 0,0 5 0,0 2 0,4-5 0,2-8-8191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0:07:19.5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24575,'17'1'0,"0"1"0,1 1 0,26 8 0,-7-3 0,-32-6 0,1-1 0,-1 1 0,1 0 0,-1 0 0,0 1 0,0-1 0,0 1 0,0 0 0,-1 0 0,1 1 0,-1 0 0,0 0 0,0 0 0,0 0 0,0 0 0,-1 1 0,0 0 0,0-1 0,0 1 0,0 0 0,-1 1 0,0-1 0,0 0 0,0 1 0,-1-1 0,1 1 0,-1 7 0,0-4 0,0 0 0,-1 0 0,0 0 0,0 0 0,-1 0 0,-1-1 0,1 1 0,-1 0 0,-1 0 0,0-1 0,0 0 0,0 1 0,-1-1 0,0 0 0,-1-1 0,-9 13 0,1-7 0,0 0 0,-24 17 0,14-12 0,15-13 0,1 0 0,-1-1 0,0 0 0,-1 0 0,-8 3 0,8-4 0,0 1 0,0 0 0,-12 8 0,20-12 0,0 1 0,0-1 0,0 1 0,1-1 0,-1 1 0,0-1 0,0 1 0,1 0 0,-1-1 0,0 1 0,1 0 0,-1 0 0,1 0 0,-1 0 0,1-1 0,-1 1 0,1 0 0,0 0 0,-1 0 0,1 0 0,0 0 0,0 0 0,0 2 0,0-2 0,0 0 0,1 0 0,-1 0 0,1 0 0,-1-1 0,1 1 0,-1 0 0,1 0 0,0 0 0,0 0 0,-1-1 0,1 1 0,0 0 0,0-1 0,0 1 0,0 0 0,1 0 0,4 2 0,-1-1 0,1 0 0,0 0 0,0 0 0,12 2 0,44 0 0,94-5 0,-50-1 0,25 2-1365,-108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0:07:21.8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24575,'1'0'0,"0"0"0,0 0 0,0 1 0,-1-1 0,1 0 0,0 1 0,0-1 0,0 1 0,0-1 0,-1 1 0,1 0 0,0-1 0,0 1 0,-1 0 0,1-1 0,0 1 0,-1 0 0,1 0 0,-1 0 0,1-1 0,-1 1 0,0 0 0,1 0 0,-1 0 0,0 0 0,1 2 0,5 28 0,-6-29 0,5 69 0,-5 98 0,-2-63 0,2-80-1365,0-3-5461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0:07:24.7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24575,'18'1'0,"0"1"0,0 1 0,-1 0 0,1 2 0,-1-1 0,0 2 0,0 1 0,0 0 0,29 18 0,-42-22 0,-1 0 0,0 0 0,0 0 0,0 1 0,0 0 0,0-1 0,-1 1 0,0 0 0,1 0 0,-1 0 0,-1 0 0,1 1 0,-1-1 0,0 1 0,0-1 0,0 1 0,0 4 0,0-3 0,0-1 0,-1 0 0,0 1 0,0-1 0,-1 0 0,1 1 0,-1-1 0,0 0 0,-1 0 0,1 0 0,-1 0 0,0 0 0,0 0 0,-5 7 0,-7 8 0,2-3 0,-24 26 0,32-39 0,0 0 0,0-1 0,-1 1 0,1-1 0,-1 0 0,0 0 0,0 0 0,0 0 0,0-1 0,-1 0 0,-5 1 0,-7 1 0,9-2 0,0-1 0,0 1 0,1 1 0,-1 0 0,1 0 0,0 0 0,-13 8 0,20-10 0,0 0 0,0-1 0,0 1 0,1 0 0,-1 0 0,0-1 0,1 1 0,-1 0 0,1 0 0,-1 0 0,1 0 0,0 0 0,-1 0 0,1 0 0,0 0 0,-1 0 0,1 0 0,0 0 0,0 0 0,0 0 0,0 0 0,0 0 0,0 0 0,0 0 0,0 0 0,1 0 0,-1 0 0,0 0 0,1 0 0,-1 0 0,0 0 0,1 0 0,-1 0 0,1 0 0,0-1 0,-1 1 0,1 0 0,0 0 0,-1-1 0,1 1 0,0 0 0,0-1 0,1 2 0,3 2 0,0 0 0,0-1 0,0 1 0,0-1 0,1-1 0,6 4 0,2-2 0,-1 0 0,2-1 0,-1-1 0,0 0 0,16 0 0,77-4 0,-41-1 0,-14 3-1365,-29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customXml" Target="../ink/ink2.xml"/><Relationship Id="rId10" Type="http://schemas.openxmlformats.org/officeDocument/2006/relationships/image" Target="../media/image54.png"/><Relationship Id="rId4" Type="http://schemas.openxmlformats.org/officeDocument/2006/relationships/image" Target="../media/image51.png"/><Relationship Id="rId9" Type="http://schemas.openxmlformats.org/officeDocument/2006/relationships/customXml" Target="../ink/ink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 fontScale="90000"/>
          </a:bodyPr>
          <a:lstStyle/>
          <a:p>
            <a:r>
              <a:rPr lang="ko-KR" altLang="en-US" sz="7200" b="1" dirty="0"/>
              <a:t>신경회로망 모델링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모두를 위한 </a:t>
            </a:r>
            <a:r>
              <a:rPr lang="ko-KR" altLang="en-US" sz="3200" dirty="0" err="1"/>
              <a:t>머신러닝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CE81-770D-09E6-E481-3B74406A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A6A77-BE27-F9BA-325A-8BBE9BE4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컴퓨터 비전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44115-271C-4880-B831-B9CA760F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274F0D8-6CDD-7DA9-50DF-3C9C9DA0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8600" y="1238716"/>
            <a:ext cx="8234800" cy="5117634"/>
          </a:xfrm>
        </p:spPr>
      </p:pic>
    </p:spTree>
    <p:extLst>
      <p:ext uri="{BB962C8B-B14F-4D97-AF65-F5344CB8AC3E}">
        <p14:creationId xmlns:p14="http://schemas.microsoft.com/office/powerpoint/2010/main" val="380519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953D-6E52-95FD-B08E-2B6058F4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C5B08-CF53-22D3-0EF7-FFEE0CAA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컴퓨터 비전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5EE6F-D5D0-722F-4983-7BBDE75E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532969D-C319-3A13-2CD5-4F87FCDBA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416" y="1132175"/>
            <a:ext cx="8553167" cy="5224175"/>
          </a:xfrm>
        </p:spPr>
      </p:pic>
    </p:spTree>
    <p:extLst>
      <p:ext uri="{BB962C8B-B14F-4D97-AF65-F5344CB8AC3E}">
        <p14:creationId xmlns:p14="http://schemas.microsoft.com/office/powerpoint/2010/main" val="246382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E2F9-FEF6-5215-BBEE-6737A505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CF5EB-AE97-FED1-7854-1D85BBF8D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컴퓨터 비전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42E62-B9D8-0590-5242-78D24A55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5AF58FA-8A1A-6FCA-BF30-C3611F12D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320" y="1355076"/>
            <a:ext cx="8067360" cy="4933374"/>
          </a:xfrm>
        </p:spPr>
      </p:pic>
    </p:spTree>
    <p:extLst>
      <p:ext uri="{BB962C8B-B14F-4D97-AF65-F5344CB8AC3E}">
        <p14:creationId xmlns:p14="http://schemas.microsoft.com/office/powerpoint/2010/main" val="237643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030AD-3597-E906-F9FC-E1D4C51A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컴퓨터 비전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9F46B9D-3B73-2944-30C3-F96C32918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640" y="1355076"/>
            <a:ext cx="8226720" cy="489248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1E711-0927-23B4-EC72-789B31EA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01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607F-B71F-45D8-1673-CAEE5F9E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77291-5808-6CE5-D1F4-9B8B0907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844E5-CD00-151C-242D-4F063B5C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9FE7DB1-F6FB-3FB5-ECFB-69DC8AD1C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25" y="1241139"/>
            <a:ext cx="8138913" cy="4964399"/>
          </a:xfrm>
        </p:spPr>
      </p:pic>
    </p:spTree>
    <p:extLst>
      <p:ext uri="{BB962C8B-B14F-4D97-AF65-F5344CB8AC3E}">
        <p14:creationId xmlns:p14="http://schemas.microsoft.com/office/powerpoint/2010/main" val="3225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5657-4508-C30D-79EA-D0E40E48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6AB69-1000-C5F0-38CA-A980595E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4837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E693A-CE10-1A55-05F9-0302F9CF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DA457D74-14C0-C597-EABE-595A45C7E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6957" y="1185930"/>
            <a:ext cx="8858085" cy="5352982"/>
          </a:xfrm>
        </p:spPr>
      </p:pic>
    </p:spTree>
    <p:extLst>
      <p:ext uri="{BB962C8B-B14F-4D97-AF65-F5344CB8AC3E}">
        <p14:creationId xmlns:p14="http://schemas.microsoft.com/office/powerpoint/2010/main" val="110555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C5E4-CC8F-97B6-BA88-A2D25D40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2271E-0EF4-498D-7388-0F09618E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41972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2FA8EC-55AD-B02C-4E24-D6ACDB41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AE11611-17A3-CA89-7091-6531AB187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1016" y="1109871"/>
            <a:ext cx="8669968" cy="5246479"/>
          </a:xfrm>
        </p:spPr>
      </p:pic>
    </p:spTree>
    <p:extLst>
      <p:ext uri="{BB962C8B-B14F-4D97-AF65-F5344CB8AC3E}">
        <p14:creationId xmlns:p14="http://schemas.microsoft.com/office/powerpoint/2010/main" val="135732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A0C1F-0E5D-4568-E3CC-73E0D26A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8CB33-5793-ED8F-B4AD-673880359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73229E-9EC6-69C6-E1C0-ED8A8A22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E5EEC30-F73B-C5CF-E5E8-559F6EBAD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2777" y="1150370"/>
            <a:ext cx="8506446" cy="5112318"/>
          </a:xfrm>
        </p:spPr>
      </p:pic>
    </p:spTree>
    <p:extLst>
      <p:ext uri="{BB962C8B-B14F-4D97-AF65-F5344CB8AC3E}">
        <p14:creationId xmlns:p14="http://schemas.microsoft.com/office/powerpoint/2010/main" val="3359276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4AAF-AAA7-76E2-331E-BA816003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85B20-45F9-D25F-AB31-B01462C5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92467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Parameter Representation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8E3D2-56F3-A772-2DB0-DBBC0E88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BD0F22B-1223-19BD-473D-E6AE16EA1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2476025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7DB4-6C1E-8F9C-CC94-A78D4A3E0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4FDB4-B626-1CBE-5224-6FA2048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31520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Parameter Representation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71EB45-D75B-4BD1-E4D4-95C9998D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A09091C-8852-DF9C-AF5F-AF63D4938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4093749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78EF-4A15-722F-6D02-7364F502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75D53-CE5D-B938-9496-416A6D39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24750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Parameter Representation</a:t>
            </a:r>
            <a:endParaRPr lang="ko-KR" altLang="en-US" sz="4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05DFB9-8B49-849B-2519-E2F427A5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121CE75-8BD4-71D3-F4E5-FEABE0C0C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861" y="1172772"/>
            <a:ext cx="8520278" cy="5061341"/>
          </a:xfrm>
        </p:spPr>
      </p:pic>
    </p:spTree>
    <p:extLst>
      <p:ext uri="{BB962C8B-B14F-4D97-AF65-F5344CB8AC3E}">
        <p14:creationId xmlns:p14="http://schemas.microsoft.com/office/powerpoint/2010/main" val="3533355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495F-00C0-396E-371C-3704E1E7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A812E-7376-7C75-8E1D-C4FA63A8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943725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Parameter Representation</a:t>
            </a:r>
            <a:endParaRPr lang="ko-KR" altLang="en-US" sz="4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6A9C3-E528-CF9A-C24B-CF1E17F2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3A4A5A5-1109-6622-3441-7E7C0E90D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9923" y="1081466"/>
            <a:ext cx="8592153" cy="5274884"/>
          </a:xfrm>
        </p:spPr>
      </p:pic>
    </p:spTree>
    <p:extLst>
      <p:ext uri="{BB962C8B-B14F-4D97-AF65-F5344CB8AC3E}">
        <p14:creationId xmlns:p14="http://schemas.microsoft.com/office/powerpoint/2010/main" val="2843892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1A83-65E5-9FF9-95C6-17319F2C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52B94-2729-8075-C8DB-386E63F8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53250" cy="989950"/>
          </a:xfrm>
        </p:spPr>
        <p:txBody>
          <a:bodyPr>
            <a:normAutofit/>
          </a:bodyPr>
          <a:lstStyle/>
          <a:p>
            <a:r>
              <a:rPr lang="en-US" altLang="ko-KR" sz="4000" b="1" dirty="0"/>
              <a:t>Parameter Representation</a:t>
            </a:r>
            <a:endParaRPr lang="ko-KR" altLang="en-US" sz="4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A8F9E-9664-1B2E-FADE-DDE38882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34D568D-F6A0-92AC-6308-3FE394142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7062" y="1123527"/>
            <a:ext cx="8477876" cy="5232823"/>
          </a:xfrm>
        </p:spPr>
      </p:pic>
    </p:spTree>
    <p:extLst>
      <p:ext uri="{BB962C8B-B14F-4D97-AF65-F5344CB8AC3E}">
        <p14:creationId xmlns:p14="http://schemas.microsoft.com/office/powerpoint/2010/main" val="3628167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FE51-D743-B9D3-4933-968E4A08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4BAF4-6503-6F2D-6FD1-E46C0A72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6742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Parameter Representation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76BC1-05A0-C41A-5524-6EB03AC6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75573FA-1B89-2E0A-7888-B7895B255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7945" y="1102411"/>
            <a:ext cx="8816109" cy="5390463"/>
          </a:xfrm>
        </p:spPr>
      </p:pic>
    </p:spTree>
    <p:extLst>
      <p:ext uri="{BB962C8B-B14F-4D97-AF65-F5344CB8AC3E}">
        <p14:creationId xmlns:p14="http://schemas.microsoft.com/office/powerpoint/2010/main" val="938612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0A04-7D32-ECD0-A486-FF694A87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1AABC-609A-3EE4-F005-869659DC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인공 뉴런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876A5-5EBF-4370-CD09-762239B4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E316FA3-F885-E198-D546-4BFABC5E8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6157" y="1250156"/>
            <a:ext cx="8439686" cy="4993482"/>
          </a:xfrm>
        </p:spPr>
      </p:pic>
    </p:spTree>
    <p:extLst>
      <p:ext uri="{BB962C8B-B14F-4D97-AF65-F5344CB8AC3E}">
        <p14:creationId xmlns:p14="http://schemas.microsoft.com/office/powerpoint/2010/main" val="2657497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97B0F-2400-2F37-9C5B-DA93C866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F7DA1-A647-45A6-5AC5-58FC39878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인공 뉴런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F77B1-079A-847E-E932-65F3E8D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7DB65A2-140A-0A82-FD1F-3EE1D7283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800621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F615-A6A0-5CC8-CBA7-36A0ACD2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7F057-EB04-7829-53ED-5627344C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인공 뉴런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74F7F5-FCCE-116E-C719-777429F2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FBC7629-106A-9957-8365-2F3DAC166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1178394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47CD-EC5C-D85B-69BD-31E3448C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1091E-4EEC-E7E2-3522-1B2531FB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인공 뉴런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3BF4C-6E04-8080-3366-619C128A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D0F7610-B09B-7B22-9C82-E4BE62D28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1393" y="1193894"/>
            <a:ext cx="8429213" cy="5162456"/>
          </a:xfrm>
        </p:spPr>
      </p:pic>
    </p:spTree>
    <p:extLst>
      <p:ext uri="{BB962C8B-B14F-4D97-AF65-F5344CB8AC3E}">
        <p14:creationId xmlns:p14="http://schemas.microsoft.com/office/powerpoint/2010/main" val="3993626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1C9B-4E69-3181-639C-EF409D76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321F4-20AF-BC98-FA8D-33226FD8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인공 뉴런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108A4-18BD-861B-255D-0288AD04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36C485E-1000-69CB-6721-94514D57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4441" y="1127871"/>
            <a:ext cx="8583118" cy="5171329"/>
          </a:xfrm>
        </p:spPr>
      </p:pic>
    </p:spTree>
    <p:extLst>
      <p:ext uri="{BB962C8B-B14F-4D97-AF65-F5344CB8AC3E}">
        <p14:creationId xmlns:p14="http://schemas.microsoft.com/office/powerpoint/2010/main" val="1727876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25FB-118D-AA38-C7A6-D206123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8AFA8-2B93-4589-2C59-F2EDC1FA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M-P </a:t>
            </a:r>
            <a:r>
              <a:rPr lang="ko-KR" altLang="en-US" sz="3600" b="1" dirty="0"/>
              <a:t>뉴런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6FCDED-6E2A-2D19-CE98-E8EAA0CC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9" name="내용 개체 틀 8" descr="텍스트, 스크린샷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4912EEE-0D33-2FE5-378B-4C2EEDABC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931" y="1317648"/>
            <a:ext cx="9052137" cy="5038702"/>
          </a:xfrm>
        </p:spPr>
      </p:pic>
    </p:spTree>
    <p:extLst>
      <p:ext uri="{BB962C8B-B14F-4D97-AF65-F5344CB8AC3E}">
        <p14:creationId xmlns:p14="http://schemas.microsoft.com/office/powerpoint/2010/main" val="3815735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C70E9-D6E5-4006-8DE1-B505A4FB9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067FC-3A11-045E-D71A-83223DD9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M-P </a:t>
            </a:r>
            <a:r>
              <a:rPr lang="ko-KR" altLang="en-US" sz="3600" b="1" dirty="0"/>
              <a:t>뉴런 모델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EA057-6150-0940-76E0-E1C37478E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7" name="내용 개체 틀 6" descr="텍스트, 스크린샷, 폰트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4C84594-0A73-EE51-26F0-7D5DCB7E6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164" y="1562100"/>
            <a:ext cx="8087672" cy="4794250"/>
          </a:xfrm>
        </p:spPr>
      </p:pic>
    </p:spTree>
    <p:extLst>
      <p:ext uri="{BB962C8B-B14F-4D97-AF65-F5344CB8AC3E}">
        <p14:creationId xmlns:p14="http://schemas.microsoft.com/office/powerpoint/2010/main" val="1862188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0A24-1A3A-C737-E79D-1EA5E2F2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D94BE-67C8-DE3F-92AD-DD6EB953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단층 </a:t>
            </a:r>
            <a:r>
              <a:rPr lang="ko-KR" altLang="en-US" sz="3600" b="1" dirty="0" err="1"/>
              <a:t>퍼셉트론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B2496-B569-F4A4-62D7-8034CDF8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0BFEA95-C46B-DDEE-E587-B36C4D4AA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4017" y="1062650"/>
            <a:ext cx="8683966" cy="5293700"/>
          </a:xfrm>
        </p:spPr>
      </p:pic>
    </p:spTree>
    <p:extLst>
      <p:ext uri="{BB962C8B-B14F-4D97-AF65-F5344CB8AC3E}">
        <p14:creationId xmlns:p14="http://schemas.microsoft.com/office/powerpoint/2010/main" val="1754073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B63D-C1F9-5A61-AE7B-7991C445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48426-5135-D11B-F822-DB54B0D8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단층 </a:t>
            </a:r>
            <a:r>
              <a:rPr lang="ko-KR" altLang="en-US" sz="3600" b="1" dirty="0" err="1"/>
              <a:t>퍼셉트론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9686FC-65D7-A20F-D99D-C5430C39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4B4F4EA-28A8-E289-7876-178EF9026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700" y="1231807"/>
            <a:ext cx="8226599" cy="5124543"/>
          </a:xfrm>
        </p:spPr>
      </p:pic>
    </p:spTree>
    <p:extLst>
      <p:ext uri="{BB962C8B-B14F-4D97-AF65-F5344CB8AC3E}">
        <p14:creationId xmlns:p14="http://schemas.microsoft.com/office/powerpoint/2010/main" val="24558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3547-E79E-0B11-528A-CF136221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6D81A-35D6-DE60-A50C-BD195C92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단층 </a:t>
            </a:r>
            <a:r>
              <a:rPr lang="ko-KR" altLang="en-US" sz="3600" b="1" dirty="0" err="1"/>
              <a:t>퍼셉트론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B279C-6A09-4CD3-EF14-C283430E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39A37B4-ABA3-1B3E-7C47-7C371069B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0050" y="1272476"/>
            <a:ext cx="8491900" cy="5083874"/>
          </a:xfrm>
        </p:spPr>
      </p:pic>
    </p:spTree>
    <p:extLst>
      <p:ext uri="{BB962C8B-B14F-4D97-AF65-F5344CB8AC3E}">
        <p14:creationId xmlns:p14="http://schemas.microsoft.com/office/powerpoint/2010/main" val="3182184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94A7-FE74-6246-A8BB-99C07A19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D4A1C-A5CA-A7FC-2010-E5B0A006E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단층 </a:t>
            </a:r>
            <a:r>
              <a:rPr lang="ko-KR" altLang="en-US" sz="3600" b="1" dirty="0" err="1"/>
              <a:t>퍼셉트론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4DCC8-B213-8A19-593F-D84038D0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5640334-2AB9-67D3-D877-FB2A48082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0663" y="1331700"/>
            <a:ext cx="8130674" cy="5024650"/>
          </a:xfrm>
        </p:spPr>
      </p:pic>
    </p:spTree>
    <p:extLst>
      <p:ext uri="{BB962C8B-B14F-4D97-AF65-F5344CB8AC3E}">
        <p14:creationId xmlns:p14="http://schemas.microsoft.com/office/powerpoint/2010/main" val="442999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BD72D-C343-7334-F991-AD5C5B14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353AE-9A9C-F468-5F5A-42F61A0A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다층 </a:t>
            </a:r>
            <a:r>
              <a:rPr lang="ko-KR" altLang="en-US" sz="3600" b="1" dirty="0" err="1"/>
              <a:t>퍼셉트론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8FECE-3675-F03E-AB6C-12DF2EBB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89588F6-C0A8-81A1-87C2-B3D85AAEB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4829" y="1299950"/>
            <a:ext cx="8242342" cy="5056400"/>
          </a:xfrm>
        </p:spPr>
      </p:pic>
    </p:spTree>
    <p:extLst>
      <p:ext uri="{BB962C8B-B14F-4D97-AF65-F5344CB8AC3E}">
        <p14:creationId xmlns:p14="http://schemas.microsoft.com/office/powerpoint/2010/main" val="1158143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7EFE-D30D-D680-4DCB-F9B6049A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33312-FEB6-7F6D-1ACD-A03E3FEF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다층 </a:t>
            </a:r>
            <a:r>
              <a:rPr lang="ko-KR" altLang="en-US" sz="3600" b="1" dirty="0" err="1"/>
              <a:t>퍼셉트론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90806-80B6-573F-F1FC-9754A79A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16D18EC-7841-CD43-F346-CDF653450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7012" y="1324009"/>
            <a:ext cx="8137975" cy="5032341"/>
          </a:xfrm>
        </p:spPr>
      </p:pic>
    </p:spTree>
    <p:extLst>
      <p:ext uri="{BB962C8B-B14F-4D97-AF65-F5344CB8AC3E}">
        <p14:creationId xmlns:p14="http://schemas.microsoft.com/office/powerpoint/2010/main" val="1868015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9158C-E8F7-272B-2BD0-7D80ADF8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6F4E7-E555-EC1C-4CE1-0CEF0D03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다층 </a:t>
            </a:r>
            <a:r>
              <a:rPr lang="ko-KR" altLang="en-US" sz="3600" b="1" dirty="0" err="1"/>
              <a:t>퍼셉트론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94573C-D050-5878-A3A5-CDDC5D7E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4D8035E-8F1F-873D-C349-888B1204B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9914" y="1390400"/>
            <a:ext cx="8052171" cy="4965950"/>
          </a:xfrm>
        </p:spPr>
      </p:pic>
    </p:spTree>
    <p:extLst>
      <p:ext uri="{BB962C8B-B14F-4D97-AF65-F5344CB8AC3E}">
        <p14:creationId xmlns:p14="http://schemas.microsoft.com/office/powerpoint/2010/main" val="28095231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AB53-3223-4B73-FF9E-CF4CE5E0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E48FE-25B0-B593-248C-DC5D9266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Forward 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AD247-AB35-9E56-8A37-2AC7619B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CE8642B-C974-F166-591A-AE6D7D803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15500751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07C9D-2E8C-3142-F038-DF397966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D2681-9457-9676-9589-987D79AE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Forward 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A1F24-084D-F7C0-917A-445241BD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3E9CA65-0A40-ACD2-4DC2-B25B754D3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4057" y="1363271"/>
            <a:ext cx="8203886" cy="4993079"/>
          </a:xfrm>
        </p:spPr>
      </p:pic>
    </p:spTree>
    <p:extLst>
      <p:ext uri="{BB962C8B-B14F-4D97-AF65-F5344CB8AC3E}">
        <p14:creationId xmlns:p14="http://schemas.microsoft.com/office/powerpoint/2010/main" val="1868323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3D5E-C4D1-CC6B-A773-A817715A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1B8F8-15F7-7B50-361B-A6909551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Forward 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72012F-1002-8C5E-3968-8F675D51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4AE32F5-7F5B-684B-BC7F-7409AE4AC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8849" y="1206089"/>
            <a:ext cx="8394301" cy="5150261"/>
          </a:xfrm>
        </p:spPr>
      </p:pic>
    </p:spTree>
    <p:extLst>
      <p:ext uri="{BB962C8B-B14F-4D97-AF65-F5344CB8AC3E}">
        <p14:creationId xmlns:p14="http://schemas.microsoft.com/office/powerpoint/2010/main" val="33879176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D343-ED05-A408-C3B8-FB38BE14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1A284-0B06-CE44-AA20-A46EF9E2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Forward Propagation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3035B4-6AE4-B736-580D-4601AE1F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DDBB591-E3EF-DEB8-C243-0898FC672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862" y="1253328"/>
            <a:ext cx="8252275" cy="5103022"/>
          </a:xfrm>
        </p:spPr>
      </p:pic>
    </p:spTree>
    <p:extLst>
      <p:ext uri="{BB962C8B-B14F-4D97-AF65-F5344CB8AC3E}">
        <p14:creationId xmlns:p14="http://schemas.microsoft.com/office/powerpoint/2010/main" val="752506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F805-8CE8-A1C0-F100-0DDA4448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6C8AE-4D41-8F23-A20D-88CB71E4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표기법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5F4C5F-2E8E-694E-2D71-5CC93F78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A607229-D307-BC23-8C1C-BC46D7F6C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2407" y="1042511"/>
            <a:ext cx="8707186" cy="5313839"/>
          </a:xfrm>
        </p:spPr>
      </p:pic>
    </p:spTree>
    <p:extLst>
      <p:ext uri="{BB962C8B-B14F-4D97-AF65-F5344CB8AC3E}">
        <p14:creationId xmlns:p14="http://schemas.microsoft.com/office/powerpoint/2010/main" val="1354327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FAF4-4E3D-702B-3FE7-8D5224FF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43CAC-EFA5-20C8-2D82-0096E0A4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표기법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9B9FD-9AE5-02D8-058F-9DF52773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EB5F46-75C9-4C24-C8CB-965ED3FF9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8117" y="1446212"/>
            <a:ext cx="7895765" cy="4910138"/>
          </a:xfrm>
        </p:spPr>
      </p:pic>
    </p:spTree>
    <p:extLst>
      <p:ext uri="{BB962C8B-B14F-4D97-AF65-F5344CB8AC3E}">
        <p14:creationId xmlns:p14="http://schemas.microsoft.com/office/powerpoint/2010/main" val="288342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910E-B929-9D0E-2CAE-85EB697A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4B861-5A50-FECA-A4F1-2343F548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표기법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A48DA-7483-8CAB-04D2-0F0B14FE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FFB4A5F-F10B-5399-8F90-1AF259945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5938" y="1008150"/>
            <a:ext cx="8620124" cy="5348200"/>
          </a:xfrm>
        </p:spPr>
      </p:pic>
    </p:spTree>
    <p:extLst>
      <p:ext uri="{BB962C8B-B14F-4D97-AF65-F5344CB8AC3E}">
        <p14:creationId xmlns:p14="http://schemas.microsoft.com/office/powerpoint/2010/main" val="1513150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8695-7A1F-9D73-C39E-A4E06E7B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B13A8-AE49-68E0-42FC-C6A5B2C4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Forward Pass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07CD3-3546-2C38-3066-EBC89EAF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A83C5A-7210-1C97-BEB7-E664650AD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8726" y="1513530"/>
            <a:ext cx="7834547" cy="4842820"/>
          </a:xfrm>
        </p:spPr>
      </p:pic>
    </p:spTree>
    <p:extLst>
      <p:ext uri="{BB962C8B-B14F-4D97-AF65-F5344CB8AC3E}">
        <p14:creationId xmlns:p14="http://schemas.microsoft.com/office/powerpoint/2010/main" val="2115394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15E6-4FB3-4562-148F-CB64662E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71325-0628-A571-0379-0E7CA73D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Forward Pass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E6A29C-74F0-2117-7FDA-AD0A72C7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E7B31E-E2B0-7F99-F338-5B04417E2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1453" y="1417637"/>
            <a:ext cx="7989094" cy="4938713"/>
          </a:xfrm>
        </p:spPr>
      </p:pic>
    </p:spTree>
    <p:extLst>
      <p:ext uri="{BB962C8B-B14F-4D97-AF65-F5344CB8AC3E}">
        <p14:creationId xmlns:p14="http://schemas.microsoft.com/office/powerpoint/2010/main" val="1259627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3D943-320B-A814-B981-E086F306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4A150-43F7-EA28-E053-3BEA0E12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Forward Pass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2B482A-DCC6-3BC7-0859-2BD61BD1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2CEDEA50-E753-C977-0766-D08DD604C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9692" y="1370012"/>
            <a:ext cx="8232615" cy="4986338"/>
          </a:xfrm>
        </p:spPr>
      </p:pic>
    </p:spTree>
    <p:extLst>
      <p:ext uri="{BB962C8B-B14F-4D97-AF65-F5344CB8AC3E}">
        <p14:creationId xmlns:p14="http://schemas.microsoft.com/office/powerpoint/2010/main" val="3813813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8DE5-2675-0017-C93D-43F4F5C5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F2C4D-0005-1515-CEDE-4E7ADAA4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Forward Pass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3BE6-4D36-64A0-0704-8CDFDDC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436CF4F-2154-838B-0DFF-E304A295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7263" y="1205806"/>
            <a:ext cx="8377474" cy="5150544"/>
          </a:xfrm>
        </p:spPr>
      </p:pic>
    </p:spTree>
    <p:extLst>
      <p:ext uri="{BB962C8B-B14F-4D97-AF65-F5344CB8AC3E}">
        <p14:creationId xmlns:p14="http://schemas.microsoft.com/office/powerpoint/2010/main" val="6106353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4DCF-BA4C-C289-8E38-7ADADFAA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2174B-ED46-D486-5CCB-FCA04D26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다층 </a:t>
            </a:r>
            <a:r>
              <a:rPr lang="ko-KR" altLang="en-US" sz="3600" b="1" dirty="0" err="1"/>
              <a:t>퍼셉트론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D3AAAB-E19B-AE0B-1993-CDD9100E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7522BD0-3B97-D92A-A2FA-9E5E7DCE4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0806" y="1193856"/>
            <a:ext cx="8330388" cy="5162494"/>
          </a:xfrm>
        </p:spPr>
      </p:pic>
    </p:spTree>
    <p:extLst>
      <p:ext uri="{BB962C8B-B14F-4D97-AF65-F5344CB8AC3E}">
        <p14:creationId xmlns:p14="http://schemas.microsoft.com/office/powerpoint/2010/main" val="31413395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EA5B-BE33-5959-B370-F1E077EA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BD3B5-50C7-2596-20C7-1E475EC08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XOR</a:t>
            </a:r>
            <a:r>
              <a:rPr lang="ko-KR" altLang="en-US" sz="3600" b="1" dirty="0"/>
              <a:t> 논리함수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C4989-C2F1-9D01-3B42-BD3144A6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42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49D6C1AB-D21D-E8FB-447E-45378813B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</p:spTree>
    <p:extLst>
      <p:ext uri="{BB962C8B-B14F-4D97-AF65-F5344CB8AC3E}">
        <p14:creationId xmlns:p14="http://schemas.microsoft.com/office/powerpoint/2010/main" val="25426957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5DF2-6EB1-2DD1-864B-F7FAA5BA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84E67-6056-22BB-167B-127E676A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XOR</a:t>
            </a:r>
            <a:r>
              <a:rPr lang="ko-KR" altLang="en-US" sz="3600" b="1" dirty="0"/>
              <a:t> 논리함수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80A6C-56DD-8AC8-3B3A-5B8460FF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F79C440-3925-7C09-09F8-CB973E5B9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4993" y="1350962"/>
            <a:ext cx="8182014" cy="5005388"/>
          </a:xfrm>
        </p:spPr>
      </p:pic>
    </p:spTree>
    <p:extLst>
      <p:ext uri="{BB962C8B-B14F-4D97-AF65-F5344CB8AC3E}">
        <p14:creationId xmlns:p14="http://schemas.microsoft.com/office/powerpoint/2010/main" val="32224139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747D-F0CE-CC84-8CF5-A0FC174D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6B499-38E8-7756-3741-F2A37AA5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XNOR</a:t>
            </a:r>
            <a:r>
              <a:rPr lang="ko-KR" altLang="en-US" sz="3600" b="1" dirty="0"/>
              <a:t> 논리함수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F356A-0476-296A-3A7E-9E1430DD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73C782-8124-FE95-BE36-95145B6C1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138485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EA58-847A-849C-B884-EC3F76D7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13370-1092-45F0-6E5E-54DD6D4D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628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단층 </a:t>
            </a:r>
            <a:r>
              <a:rPr lang="ko-KR" altLang="en-US" sz="3600" b="1" dirty="0" err="1"/>
              <a:t>퍼셉트론을</a:t>
            </a:r>
            <a:r>
              <a:rPr lang="ko-KR" altLang="en-US" sz="3600" b="1" dirty="0"/>
              <a:t> 이용한 선형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55564-059E-D3F9-9FAD-2A8E8ACE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3022130-135E-BF8E-170E-925A7637D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859337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E8D7-F379-6A8A-CF4B-B8397B21B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B92E8-F360-225E-2130-6B9093D3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시그모이드</a:t>
            </a:r>
            <a:r>
              <a:rPr lang="ko-KR" altLang="en-US" sz="3600" b="1" dirty="0"/>
              <a:t> 함수에서의 </a:t>
            </a:r>
            <a:r>
              <a:rPr lang="ko-KR" altLang="en-US" sz="3600" b="1" dirty="0" err="1"/>
              <a:t>기준값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A09313-90B5-9718-6566-6889D724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97F1E79-7625-D9A2-07F8-FD7448943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3575407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6530-1A3B-F6A6-90ED-D0149E60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E9713-0F73-759E-B580-753D5E6F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AND Function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221E97-F6EE-6C42-54D6-2EBA2124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A29407C-1764-D0F8-D058-4F772E4FB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797034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AA477-4B19-7C72-E87F-19DC903C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01B48-DCC1-C2C9-E19A-A9F9C225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AND Function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87CEBA-7836-B12F-5F35-C041E599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F96BB67-1571-500F-1754-AD6FE7A5C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6115289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19804-4D66-6C16-408A-73CB1171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0A5EF-1029-A7FE-2748-E52F19A9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OR Function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E3CF52-920F-8255-B559-3324BD34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0DF2668-B650-37F5-207A-16F08A595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0582018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A0B78-16DE-6359-3FF6-02BD61552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B1449-8841-513A-CBE0-5A885282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7381875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(Not x1) AND (Not x2) Function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45DE2B-5112-44B8-DF5F-1EDD1B51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701B15B-D33A-1D43-9F8C-57C64C299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7956731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9190-C393-5A81-E390-1B734649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6692B-9932-0E79-98DE-8E54097C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XNOR </a:t>
            </a:r>
            <a:r>
              <a:rPr lang="ko-KR" altLang="en-US" sz="3600" b="1" dirty="0"/>
              <a:t>함수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51A45E-4B1C-D6B7-5446-287FAF52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351AF47-C675-67E1-4C98-0C01B7280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998DA486-7CF6-E792-ED8B-5662DBD7D8F1}"/>
              </a:ext>
            </a:extLst>
          </p:cNvPr>
          <p:cNvGrpSpPr/>
          <p:nvPr/>
        </p:nvGrpSpPr>
        <p:grpSpPr>
          <a:xfrm>
            <a:off x="5323965" y="3619485"/>
            <a:ext cx="294840" cy="172800"/>
            <a:chOff x="5323965" y="3619485"/>
            <a:chExt cx="29484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FDC01420-5D54-B6BB-907B-28C15F52133F}"/>
                    </a:ext>
                  </a:extLst>
                </p14:cNvPr>
                <p14:cNvContentPartPr/>
                <p14:nvPr/>
              </p14:nvContentPartPr>
              <p14:xfrm>
                <a:off x="5323965" y="3619485"/>
                <a:ext cx="4320" cy="15552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FDC01420-5D54-B6BB-907B-28C15F52133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06325" y="3601485"/>
                  <a:ext cx="39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2B87A650-5D02-6291-7FEC-B9F359F07CBE}"/>
                    </a:ext>
                  </a:extLst>
                </p14:cNvPr>
                <p14:cNvContentPartPr/>
                <p14:nvPr/>
              </p14:nvContentPartPr>
              <p14:xfrm>
                <a:off x="5424765" y="3619485"/>
                <a:ext cx="194040" cy="1728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2B87A650-5D02-6291-7FEC-B9F359F07CB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07125" y="3601485"/>
                  <a:ext cx="22968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9168928-AB9A-6DCD-EDFD-175A738DD10B}"/>
              </a:ext>
            </a:extLst>
          </p:cNvPr>
          <p:cNvGrpSpPr/>
          <p:nvPr/>
        </p:nvGrpSpPr>
        <p:grpSpPr>
          <a:xfrm>
            <a:off x="5485965" y="4562325"/>
            <a:ext cx="256680" cy="189720"/>
            <a:chOff x="5485965" y="4562325"/>
            <a:chExt cx="25668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608B279-280D-F24E-DE97-82E8F415A691}"/>
                    </a:ext>
                  </a:extLst>
                </p14:cNvPr>
                <p14:cNvContentPartPr/>
                <p14:nvPr/>
              </p14:nvContentPartPr>
              <p14:xfrm>
                <a:off x="5485965" y="4590765"/>
                <a:ext cx="10800" cy="1612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608B279-280D-F24E-DE97-82E8F415A6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68325" y="4573125"/>
                  <a:ext cx="46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F23ACE5-6184-D04C-460D-331E88ECAE66}"/>
                    </a:ext>
                  </a:extLst>
                </p14:cNvPr>
                <p14:cNvContentPartPr/>
                <p14:nvPr/>
              </p14:nvContentPartPr>
              <p14:xfrm>
                <a:off x="5597205" y="4562325"/>
                <a:ext cx="145440" cy="1641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F23ACE5-6184-D04C-460D-331E88ECAE6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79565" y="4544325"/>
                  <a:ext cx="181080" cy="19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1989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78F59-E503-9A80-7A15-F2B065959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6F708-701A-FD62-6005-C8B29576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XNOR </a:t>
            </a:r>
            <a:r>
              <a:rPr lang="ko-KR" altLang="en-US" sz="3600" b="1" dirty="0"/>
              <a:t>함수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93ED70-2C43-823F-32EF-8DFB2767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35AA9EE-BCBC-96DB-AE92-8D8E714A2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3624428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2FEF2-B2A3-1275-C460-D2127822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335C2-BCBE-D2E9-06B2-5C6D1409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다층 </a:t>
            </a:r>
            <a:r>
              <a:rPr lang="ko-KR" altLang="en-US" sz="3600" b="1" dirty="0" err="1"/>
              <a:t>퍼셉트론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5BAE6-3CF0-AD2C-75E2-C9E5DAD1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5BDB538-791B-01F6-26EB-8E58A14D0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1767676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404E-63C9-784C-BB47-35823F31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EA8EF-FCBC-41B3-B653-4CF9B8707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이미지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767F9E-2083-0D6C-A459-4DDCC974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1039D7E-4355-F39B-B1B0-B276B1860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3947092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1709-5CC6-E432-5425-557709D90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88A32-87E2-B63F-4365-6A2BF5B0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이미지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6DFAE-FA86-F702-B856-AD22273B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576A8B9-81D2-F2B8-382E-2B382E8C11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0223295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1266E-67E2-5E5E-2810-3D87AE71B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0C92C-2B6F-46A7-3028-72DE157F4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이미지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CF03AB-DA15-F319-136F-E781B506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97AB0E1-AF02-1A5F-DA48-5A4D7E8AC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32175291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85C9E-4E4E-7F07-8982-A41BD9DEA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CDD3B-A30B-9C4F-5280-AE1B009B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이미지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48B29A-A8C5-A251-1B81-F55AC3AA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09F070A-63B9-8E14-7D6B-F440D31BA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48961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196</Words>
  <Application>Microsoft Office PowerPoint</Application>
  <PresentationFormat>와이드스크린</PresentationFormat>
  <Paragraphs>115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0" baseType="lpstr">
      <vt:lpstr>맑은 고딕</vt:lpstr>
      <vt:lpstr>Arial</vt:lpstr>
      <vt:lpstr>Office 테마</vt:lpstr>
      <vt:lpstr>신경회로망 모델링</vt:lpstr>
      <vt:lpstr>컴퓨터 비전</vt:lpstr>
      <vt:lpstr>컴퓨터 비전</vt:lpstr>
      <vt:lpstr>컴퓨터 비전</vt:lpstr>
      <vt:lpstr>컴퓨터 비전</vt:lpstr>
      <vt:lpstr>이진 분류</vt:lpstr>
      <vt:lpstr>이진 분류</vt:lpstr>
      <vt:lpstr>이진 분류</vt:lpstr>
      <vt:lpstr>이진 분류</vt:lpstr>
      <vt:lpstr>Parameter Representation</vt:lpstr>
      <vt:lpstr>Parameter Representation</vt:lpstr>
      <vt:lpstr>Parameter Representation</vt:lpstr>
      <vt:lpstr>Parameter Representation</vt:lpstr>
      <vt:lpstr>Parameter Representation</vt:lpstr>
      <vt:lpstr>Parameter Representation</vt:lpstr>
      <vt:lpstr>인공 뉴런 모델</vt:lpstr>
      <vt:lpstr>인공 뉴런 모델</vt:lpstr>
      <vt:lpstr>인공 뉴런 모델</vt:lpstr>
      <vt:lpstr>인공 뉴런 모델</vt:lpstr>
      <vt:lpstr>인공 뉴런 모델</vt:lpstr>
      <vt:lpstr>M-P 뉴런 모델</vt:lpstr>
      <vt:lpstr>M-P 뉴런 모델</vt:lpstr>
      <vt:lpstr>단층 퍼셉트론</vt:lpstr>
      <vt:lpstr>단층 퍼셉트론</vt:lpstr>
      <vt:lpstr>단층 퍼셉트론</vt:lpstr>
      <vt:lpstr>단층 퍼셉트론</vt:lpstr>
      <vt:lpstr>다층 퍼셉트론</vt:lpstr>
      <vt:lpstr>다층 퍼셉트론</vt:lpstr>
      <vt:lpstr>다층 퍼셉트론</vt:lpstr>
      <vt:lpstr>Forward Propagation</vt:lpstr>
      <vt:lpstr>Forward Propagation</vt:lpstr>
      <vt:lpstr>Forward Propagation</vt:lpstr>
      <vt:lpstr>Forward Propagation</vt:lpstr>
      <vt:lpstr>표기법</vt:lpstr>
      <vt:lpstr>표기법</vt:lpstr>
      <vt:lpstr>표기법</vt:lpstr>
      <vt:lpstr>Forward Pass</vt:lpstr>
      <vt:lpstr>Forward Pass</vt:lpstr>
      <vt:lpstr>Forward Pass</vt:lpstr>
      <vt:lpstr>Forward Pass</vt:lpstr>
      <vt:lpstr>다층 퍼셉트론</vt:lpstr>
      <vt:lpstr>XOR 논리함수 분류</vt:lpstr>
      <vt:lpstr>XOR 논리함수 분류</vt:lpstr>
      <vt:lpstr>XNOR 논리함수 분류</vt:lpstr>
      <vt:lpstr>단층 퍼셉트론을 이용한 선형 분류</vt:lpstr>
      <vt:lpstr>시그모이드 함수에서의 기준값</vt:lpstr>
      <vt:lpstr>AND Function</vt:lpstr>
      <vt:lpstr>AND Function</vt:lpstr>
      <vt:lpstr>OR Function</vt:lpstr>
      <vt:lpstr>(Not x1) AND (Not x2) Function</vt:lpstr>
      <vt:lpstr>XNOR 함수 분류</vt:lpstr>
      <vt:lpstr>XNOR 함수 분류</vt:lpstr>
      <vt:lpstr>다층 퍼셉트론</vt:lpstr>
      <vt:lpstr>이미지 분류</vt:lpstr>
      <vt:lpstr>이미지 분류</vt:lpstr>
      <vt:lpstr>이미지 분류</vt:lpstr>
      <vt:lpstr>이미지 분류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8</cp:revision>
  <dcterms:created xsi:type="dcterms:W3CDTF">2025-03-09T02:43:38Z</dcterms:created>
  <dcterms:modified xsi:type="dcterms:W3CDTF">2025-04-06T13:00:41Z</dcterms:modified>
</cp:coreProperties>
</file>