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sldIdLst>
    <p:sldId id="256" r:id="rId2"/>
    <p:sldId id="306" r:id="rId3"/>
    <p:sldId id="307" r:id="rId4"/>
    <p:sldId id="258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308" r:id="rId13"/>
    <p:sldId id="265" r:id="rId14"/>
    <p:sldId id="268" r:id="rId15"/>
    <p:sldId id="269" r:id="rId16"/>
    <p:sldId id="270" r:id="rId17"/>
    <p:sldId id="271" r:id="rId18"/>
    <p:sldId id="272" r:id="rId19"/>
    <p:sldId id="273" r:id="rId20"/>
    <p:sldId id="309" r:id="rId21"/>
    <p:sldId id="275" r:id="rId22"/>
    <p:sldId id="278" r:id="rId23"/>
    <p:sldId id="279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0" r:id="rId32"/>
    <p:sldId id="291" r:id="rId33"/>
    <p:sldId id="312" r:id="rId34"/>
    <p:sldId id="313" r:id="rId35"/>
    <p:sldId id="314" r:id="rId36"/>
    <p:sldId id="315" r:id="rId37"/>
    <p:sldId id="316" r:id="rId38"/>
    <p:sldId id="317" r:id="rId39"/>
    <p:sldId id="310" r:id="rId40"/>
    <p:sldId id="318" r:id="rId41"/>
    <p:sldId id="311" r:id="rId42"/>
    <p:sldId id="319" r:id="rId43"/>
    <p:sldId id="292" r:id="rId44"/>
    <p:sldId id="320" r:id="rId45"/>
    <p:sldId id="321" r:id="rId46"/>
    <p:sldId id="322" r:id="rId47"/>
    <p:sldId id="293" r:id="rId48"/>
    <p:sldId id="294" r:id="rId49"/>
    <p:sldId id="295" r:id="rId50"/>
    <p:sldId id="297" r:id="rId51"/>
    <p:sldId id="296" r:id="rId52"/>
    <p:sldId id="298" r:id="rId53"/>
    <p:sldId id="300" r:id="rId54"/>
    <p:sldId id="323" r:id="rId55"/>
    <p:sldId id="324" r:id="rId56"/>
    <p:sldId id="301" r:id="rId57"/>
    <p:sldId id="302" r:id="rId58"/>
    <p:sldId id="303" r:id="rId59"/>
    <p:sldId id="325" r:id="rId60"/>
    <p:sldId id="326" r:id="rId61"/>
    <p:sldId id="327" r:id="rId62"/>
    <p:sldId id="328" r:id="rId63"/>
    <p:sldId id="329" r:id="rId64"/>
    <p:sldId id="304" r:id="rId65"/>
    <p:sldId id="305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7:42.1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6:35.6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0,'534'0,"-508"2,1 0,28 7,-26-3,43 1,-35-6,-12-1,1 1,45 8,-35-3,1-1,-1-1,39-2,-52-2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6:38.5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0 109,'0'-1,"1"0,-1 0,0 0,1 1,-1-1,0 0,1 0,-1 0,1 0,0 0,-1 1,1-1,0 0,-1 1,1-1,0 0,0 1,-1-1,1 1,0-1,0 1,0 0,0-1,0 1,0 0,1-1,29-5,-28 6,106-6,10-1,43-26,1 1,-92 26,122 6,-82 2,-92-1,0 1,34 8,-12-2,-18-5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6:40.8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27,'276'-13,"-33"0,297 13,-517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6T09:06:42.5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0,'1085'26'0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6:46.9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0,'219'8,"-177"-4,-1 3,0 1,49 16,51 18,-116-36,1-2,0-1,43 1,191-7,-237 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6:59.17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0,'1059'0,"-1036"0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7:00.55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1,'1064'0,"-1036"0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7:08.09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0,'4'0,"11"0,12 0,5 0,7 0,14 5,8 1,11 0,7-2,3 0,6-2,2-1,-6-1,-8 0,-13 0,-12 0,-10 0,-13-1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7:09.9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0,'1'1,"-1"0,0 0,1 0,-1-1,0 1,1 0,-1 0,1 0,-1-1,1 1,0 0,-1-1,1 1,0-1,-1 1,1-1,0 1,0-1,-1 1,1-1,0 1,0-1,2 1,25 7,-19-6,31 7,0-1,0-2,49 1,128-8,-86-1,-30 3,115-3,-137-13,-56 11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7:12.44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0,'832'0,"-822"0,0 1,-1 0,1 0,0 1,-1 0,1 0,-1 1,1 1,-1-1,13 9,-14-8,1 0,0-1,-1 0,1 0,0-1,1 0,15 1,67-3,-57-1,-12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9:08.8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54,'810'0,"-790"0,-1 0,1-2,0 0,-1-1,1-1,-1 0,0-2,19-8,-30 11,1-1,0 2,0-1,15-1,-5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9:10.1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0,'309'14,"-38"0,235-15,-484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9:11.8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0,'1058'0,"-1033"0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9:13.1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0,'6'1,"1"0,-1 0,1 0,11 5,6 0,73 16,1-4,175 8,382-28,-632 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9:14.6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1,'57'3,"95"16,-25 0,-29-9,347 19,-344-30,-79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9:20.194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0,'300'10,"12"8,-285-15,-1 2,38 12,28 5,-49-18,73-2,-89-3,-5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9:21.560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0,'0'1,"0"0,1-1,-1 1,0 0,0-1,1 1,-1 0,0-1,1 1,-1 0,1-1,-1 1,0-1,1 1,0-1,-1 1,1-1,-1 1,1-1,-1 1,1-1,0 0,-1 1,1-1,0 0,0 0,0 1,23 3,-19-3,66 5,128-4,-101-4,420 23,-359-14,-138-8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9:22.69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0,'189'13,"-4"1,-123-14,0 3,0 2,87 20,18 11,-120-29,0-3,0-2,58-4,-23 0,40 2,-99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9:23.794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1,'875'0,"-853"0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09:24.99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1,'1114'0,"-1092"0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2:33.586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0,'829'0,"-809"1,-1 1,32 8,10 0,-38-8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2:38.180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1,'642'0,"-626"1,-1 0,1 2,21 5,-20-4,1 0,22 1,108-3,-117-3,-7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2:54.9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1,'189'12,"-29"1,381-11,-280-4,-224 4,56 10,29 2,197-15,-305 2,0 1,0 0,0 1,16 5,-27-7,15 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2:59.2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1,'363'14,"-13"0,738-15,-1065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6T09:53:01.4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0,'1746'0'0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03.5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23,'1424'0,"-1408"-1,1-1,31-7,-36 6,1 0,0 1,0 1,0 0,24 1,22 9,50 4,-87-12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18.45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0,'7'1,"0"-1,-1 1,1 1,9 2,15 4,74 1,175-6,-142-5,-87 1,-28-1,0 2,0 0,0 2,0 0,26 7,56 19,62 23,-144-44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19.97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1,'95'4,"109"19,12 2,-104-11,-69-8,61 2,-42-9,55 2,-95 3,-5 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21.14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1,'76'4,"-1"3,113 25,-75-10,396 41,-408-58,-77-5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22.68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0,'9'8,"0"-1,0 0,1-1,0 1,0-2,1 0,0 0,-1-1,2 0,12 2,13 1,69 4,-53-7,531 15,-561-19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23.81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0,'521'37,"-454"-30,80 0,-29-2,-97-1,-5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25.45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1,'5'0,"14"0,19 4,24 6,25 2,10-2,3-2,-7-3,-5-1,-10-3,-8 0,-11-2,-8 1,-7-1,-12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34.27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1,'850'0,"-825"0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35.43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0,'235'13,"-39"-1,122-11,-301 0,1 2,-1 0,1 0,-1 2,0 0,32 15,29 9,-57-23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36.59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1,'495'23,"-393"-9,-62-7,69 3,-96-10,-1 1,1 1,0 0,-1 0,0 2,1-1,-1 2,13 6,9 7,44 30,-57-34,-4-4,-2-3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38.17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0,'203'14,"-114"-6,-7-1,397 18,-308-26,-143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39.37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0,'506'16,"-473"-14,-9-1,0 0,0 2,0 1,0 1,32 11,-34-8,0-2,1 0,-1-1,1-1,0-1,0-2,31 0,-31-2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6T09:53:41.03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17,'854'0,"-834"0,1-1,38-8,-33 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customXml" Target="../ink/ink7.xml"/><Relationship Id="rId18" Type="http://schemas.openxmlformats.org/officeDocument/2006/relationships/image" Target="../media/image42.png"/><Relationship Id="rId3" Type="http://schemas.openxmlformats.org/officeDocument/2006/relationships/customXml" Target="../ink/ink2.xml"/><Relationship Id="rId21" Type="http://schemas.openxmlformats.org/officeDocument/2006/relationships/customXml" Target="../ink/ink11.xml"/><Relationship Id="rId7" Type="http://schemas.openxmlformats.org/officeDocument/2006/relationships/customXml" Target="../ink/ink4.xml"/><Relationship Id="rId12" Type="http://schemas.openxmlformats.org/officeDocument/2006/relationships/image" Target="../media/image39.png"/><Relationship Id="rId17" Type="http://schemas.openxmlformats.org/officeDocument/2006/relationships/customXml" Target="../ink/ink9.xml"/><Relationship Id="rId2" Type="http://schemas.openxmlformats.org/officeDocument/2006/relationships/image" Target="../media/image34.png"/><Relationship Id="rId16" Type="http://schemas.openxmlformats.org/officeDocument/2006/relationships/image" Target="../media/image4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38.png"/><Relationship Id="rId19" Type="http://schemas.openxmlformats.org/officeDocument/2006/relationships/customXml" Target="../ink/ink10.xml"/><Relationship Id="rId4" Type="http://schemas.openxmlformats.org/officeDocument/2006/relationships/image" Target="../media/image35.png"/><Relationship Id="rId9" Type="http://schemas.openxmlformats.org/officeDocument/2006/relationships/customXml" Target="../ink/ink5.xml"/><Relationship Id="rId14" Type="http://schemas.openxmlformats.org/officeDocument/2006/relationships/image" Target="../media/image40.png"/><Relationship Id="rId22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17.xml"/><Relationship Id="rId18" Type="http://schemas.openxmlformats.org/officeDocument/2006/relationships/image" Target="../media/image54.png"/><Relationship Id="rId3" Type="http://schemas.openxmlformats.org/officeDocument/2006/relationships/customXml" Target="../ink/ink12.xml"/><Relationship Id="rId21" Type="http://schemas.openxmlformats.org/officeDocument/2006/relationships/customXml" Target="../ink/ink21.xml"/><Relationship Id="rId7" Type="http://schemas.openxmlformats.org/officeDocument/2006/relationships/customXml" Target="../ink/ink14.xml"/><Relationship Id="rId12" Type="http://schemas.openxmlformats.org/officeDocument/2006/relationships/image" Target="../media/image51.png"/><Relationship Id="rId17" Type="http://schemas.openxmlformats.org/officeDocument/2006/relationships/customXml" Target="../ink/ink19.xml"/><Relationship Id="rId2" Type="http://schemas.openxmlformats.org/officeDocument/2006/relationships/image" Target="../media/image46.png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10" Type="http://schemas.openxmlformats.org/officeDocument/2006/relationships/image" Target="../media/image50.png"/><Relationship Id="rId19" Type="http://schemas.openxmlformats.org/officeDocument/2006/relationships/customXml" Target="../ink/ink20.xml"/><Relationship Id="rId4" Type="http://schemas.openxmlformats.org/officeDocument/2006/relationships/image" Target="../media/image47.png"/><Relationship Id="rId9" Type="http://schemas.openxmlformats.org/officeDocument/2006/relationships/customXml" Target="../ink/ink15.xml"/><Relationship Id="rId14" Type="http://schemas.openxmlformats.org/officeDocument/2006/relationships/image" Target="../media/image52.png"/><Relationship Id="rId22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.xml"/><Relationship Id="rId18" Type="http://schemas.openxmlformats.org/officeDocument/2006/relationships/image" Target="../media/image89.png"/><Relationship Id="rId26" Type="http://schemas.openxmlformats.org/officeDocument/2006/relationships/image" Target="../media/image93.png"/><Relationship Id="rId21" Type="http://schemas.openxmlformats.org/officeDocument/2006/relationships/customXml" Target="../ink/ink31.xml"/><Relationship Id="rId34" Type="http://schemas.openxmlformats.org/officeDocument/2006/relationships/image" Target="../media/image97.png"/><Relationship Id="rId7" Type="http://schemas.openxmlformats.org/officeDocument/2006/relationships/customXml" Target="../ink/ink24.xml"/><Relationship Id="rId12" Type="http://schemas.openxmlformats.org/officeDocument/2006/relationships/image" Target="../media/image86.png"/><Relationship Id="rId17" Type="http://schemas.openxmlformats.org/officeDocument/2006/relationships/customXml" Target="../ink/ink29.xml"/><Relationship Id="rId25" Type="http://schemas.openxmlformats.org/officeDocument/2006/relationships/customXml" Target="../ink/ink33.xml"/><Relationship Id="rId33" Type="http://schemas.openxmlformats.org/officeDocument/2006/relationships/customXml" Target="../ink/ink37.xml"/><Relationship Id="rId38" Type="http://schemas.openxmlformats.org/officeDocument/2006/relationships/image" Target="../media/image99.png"/><Relationship Id="rId2" Type="http://schemas.openxmlformats.org/officeDocument/2006/relationships/image" Target="../media/image81.png"/><Relationship Id="rId16" Type="http://schemas.openxmlformats.org/officeDocument/2006/relationships/image" Target="../media/image88.png"/><Relationship Id="rId20" Type="http://schemas.openxmlformats.org/officeDocument/2006/relationships/image" Target="../media/image90.png"/><Relationship Id="rId29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customXml" Target="../ink/ink26.xml"/><Relationship Id="rId24" Type="http://schemas.openxmlformats.org/officeDocument/2006/relationships/image" Target="../media/image92.png"/><Relationship Id="rId32" Type="http://schemas.openxmlformats.org/officeDocument/2006/relationships/image" Target="../media/image96.png"/><Relationship Id="rId37" Type="http://schemas.openxmlformats.org/officeDocument/2006/relationships/customXml" Target="../ink/ink39.xml"/><Relationship Id="rId5" Type="http://schemas.openxmlformats.org/officeDocument/2006/relationships/customXml" Target="../ink/ink23.xml"/><Relationship Id="rId15" Type="http://schemas.openxmlformats.org/officeDocument/2006/relationships/customXml" Target="../ink/ink28.xml"/><Relationship Id="rId23" Type="http://schemas.openxmlformats.org/officeDocument/2006/relationships/customXml" Target="../ink/ink32.xml"/><Relationship Id="rId28" Type="http://schemas.openxmlformats.org/officeDocument/2006/relationships/image" Target="../media/image94.png"/><Relationship Id="rId36" Type="http://schemas.openxmlformats.org/officeDocument/2006/relationships/image" Target="../media/image98.png"/><Relationship Id="rId10" Type="http://schemas.openxmlformats.org/officeDocument/2006/relationships/image" Target="../media/image85.png"/><Relationship Id="rId19" Type="http://schemas.openxmlformats.org/officeDocument/2006/relationships/customXml" Target="../ink/ink30.xml"/><Relationship Id="rId31" Type="http://schemas.openxmlformats.org/officeDocument/2006/relationships/customXml" Target="../ink/ink36.xml"/><Relationship Id="rId4" Type="http://schemas.openxmlformats.org/officeDocument/2006/relationships/image" Target="../media/image82.png"/><Relationship Id="rId9" Type="http://schemas.openxmlformats.org/officeDocument/2006/relationships/customXml" Target="../ink/ink25.xml"/><Relationship Id="rId14" Type="http://schemas.openxmlformats.org/officeDocument/2006/relationships/image" Target="../media/image87.png"/><Relationship Id="rId22" Type="http://schemas.openxmlformats.org/officeDocument/2006/relationships/image" Target="../media/image91.png"/><Relationship Id="rId27" Type="http://schemas.openxmlformats.org/officeDocument/2006/relationships/customXml" Target="../ink/ink34.xml"/><Relationship Id="rId30" Type="http://schemas.openxmlformats.org/officeDocument/2006/relationships/image" Target="../media/image95.png"/><Relationship Id="rId35" Type="http://schemas.openxmlformats.org/officeDocument/2006/relationships/customXml" Target="../ink/ink38.xml"/><Relationship Id="rId8" Type="http://schemas.openxmlformats.org/officeDocument/2006/relationships/image" Target="../media/image84.png"/><Relationship Id="rId3" Type="http://schemas.openxmlformats.org/officeDocument/2006/relationships/customXml" Target="../ink/ink2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/>
          </a:bodyPr>
          <a:lstStyle/>
          <a:p>
            <a:r>
              <a:rPr lang="ko-KR" altLang="en-US" sz="7200" b="1" dirty="0"/>
              <a:t>기초 분류 모델</a:t>
            </a:r>
            <a:r>
              <a:rPr lang="en-US" altLang="ko-KR" sz="8000" b="1" dirty="0"/>
              <a:t>I</a:t>
            </a:r>
            <a:endParaRPr lang="ko-KR" altLang="en-US" sz="8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기계학습</a:t>
            </a:r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CE81-770D-09E6-E481-3B74406A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A6A77-BE27-F9BA-325A-8BBE9BE4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의사 결정 나무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44115-271C-4880-B831-B9CA760F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274F0D8-6CDD-7DA9-50DF-3C9C9DA0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5789" y="1533525"/>
            <a:ext cx="7760422" cy="4822825"/>
          </a:xfrm>
        </p:spPr>
      </p:pic>
    </p:spTree>
    <p:extLst>
      <p:ext uri="{BB962C8B-B14F-4D97-AF65-F5344CB8AC3E}">
        <p14:creationId xmlns:p14="http://schemas.microsoft.com/office/powerpoint/2010/main" val="380519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953D-6E52-95FD-B08E-2B6058F4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C5B08-CF53-22D3-0EF7-FFEE0CAA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의사 결정 나무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5EE6F-D5D0-722F-4983-7BBDE75E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532969D-C319-3A13-2CD5-4F87FCDBA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7008" y="1556785"/>
            <a:ext cx="7857983" cy="4799565"/>
          </a:xfrm>
        </p:spPr>
      </p:pic>
    </p:spTree>
    <p:extLst>
      <p:ext uri="{BB962C8B-B14F-4D97-AF65-F5344CB8AC3E}">
        <p14:creationId xmlns:p14="http://schemas.microsoft.com/office/powerpoint/2010/main" val="246382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E2F9-FEF6-5215-BBEE-6737A505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CF5EB-AE97-FED1-7854-1D85BBF8D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분류와 예측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42E62-B9D8-0590-5242-78D24A55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5AF58FA-8A1A-6FCA-BF30-C3611F12D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320" y="1355076"/>
            <a:ext cx="8067360" cy="4933374"/>
          </a:xfrm>
        </p:spPr>
      </p:pic>
    </p:spTree>
    <p:extLst>
      <p:ext uri="{BB962C8B-B14F-4D97-AF65-F5344CB8AC3E}">
        <p14:creationId xmlns:p14="http://schemas.microsoft.com/office/powerpoint/2010/main" val="237643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030AD-3597-E906-F9FC-E1D4C51A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51497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모델의 구성</a:t>
            </a:r>
            <a:r>
              <a:rPr lang="en-US" altLang="ko-KR" sz="3600" b="1" dirty="0"/>
              <a:t> / </a:t>
            </a:r>
            <a:r>
              <a:rPr lang="ko-KR" altLang="en-US" sz="3600" b="1" dirty="0"/>
              <a:t>사용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9F46B9D-3B73-2944-30C3-F96C32918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640" y="1355076"/>
            <a:ext cx="8226720" cy="489248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1E711-0927-23B4-EC72-789B31EA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01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607F-B71F-45D8-1673-CAEE5F9E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77291-5808-6CE5-D1F4-9B8B0907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모델의 구성</a:t>
            </a:r>
            <a:r>
              <a:rPr lang="en-US" altLang="ko-KR" sz="3600" b="1" dirty="0"/>
              <a:t> / </a:t>
            </a:r>
            <a:r>
              <a:rPr lang="ko-KR" altLang="en-US" sz="3600" b="1" dirty="0"/>
              <a:t>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844E5-CD00-151C-242D-4F063B5C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9FE7DB1-F6FB-3FB5-ECFB-69DC8AD1C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4475" y="1143461"/>
            <a:ext cx="9163050" cy="5212889"/>
          </a:xfrm>
        </p:spPr>
      </p:pic>
    </p:spTree>
    <p:extLst>
      <p:ext uri="{BB962C8B-B14F-4D97-AF65-F5344CB8AC3E}">
        <p14:creationId xmlns:p14="http://schemas.microsoft.com/office/powerpoint/2010/main" val="3225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5657-4508-C30D-79EA-D0E40E48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6AB69-1000-C5F0-38CA-A980595E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4837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모델의 구성</a:t>
            </a:r>
            <a:r>
              <a:rPr lang="en-US" altLang="ko-KR" sz="3600" b="1" dirty="0"/>
              <a:t> / </a:t>
            </a:r>
            <a:r>
              <a:rPr lang="ko-KR" altLang="en-US" sz="3600" b="1" dirty="0"/>
              <a:t>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E693A-CE10-1A55-05F9-0302F9CF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DA457D74-14C0-C597-EABE-595A45C7E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6957" y="1185930"/>
            <a:ext cx="8858085" cy="5352982"/>
          </a:xfrm>
        </p:spPr>
      </p:pic>
    </p:spTree>
    <p:extLst>
      <p:ext uri="{BB962C8B-B14F-4D97-AF65-F5344CB8AC3E}">
        <p14:creationId xmlns:p14="http://schemas.microsoft.com/office/powerpoint/2010/main" val="110555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C5E4-CC8F-97B6-BA88-A2D25D40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2271E-0EF4-498D-7388-0F09618E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41972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모델의 구성</a:t>
            </a:r>
            <a:r>
              <a:rPr lang="en-US" altLang="ko-KR" sz="3600" b="1" dirty="0"/>
              <a:t> / </a:t>
            </a:r>
            <a:r>
              <a:rPr lang="ko-KR" altLang="en-US" sz="3600" b="1" dirty="0"/>
              <a:t>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2FA8EC-55AD-B02C-4E24-D6ACDB41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AE11611-17A3-CA89-7091-6531AB187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1016" y="1109871"/>
            <a:ext cx="8669968" cy="5246479"/>
          </a:xfrm>
        </p:spPr>
      </p:pic>
    </p:spTree>
    <p:extLst>
      <p:ext uri="{BB962C8B-B14F-4D97-AF65-F5344CB8AC3E}">
        <p14:creationId xmlns:p14="http://schemas.microsoft.com/office/powerpoint/2010/main" val="135732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A0C1F-0E5D-4568-E3CC-73E0D26A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8CB33-5793-ED8F-B4AD-673880359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 fontScale="90000"/>
          </a:bodyPr>
          <a:lstStyle/>
          <a:p>
            <a:r>
              <a:rPr lang="ko-KR" altLang="en-US" sz="4000" b="1" dirty="0"/>
              <a:t>분류 모델의 구성</a:t>
            </a:r>
            <a:r>
              <a:rPr lang="en-US" altLang="ko-KR" sz="4000" b="1" dirty="0"/>
              <a:t> / </a:t>
            </a:r>
            <a:r>
              <a:rPr lang="ko-KR" altLang="en-US" sz="4000" b="1" dirty="0"/>
              <a:t>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73229E-9EC6-69C6-E1C0-ED8A8A22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E5EEC30-F73B-C5CF-E5E8-559F6EBAD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2777" y="1150370"/>
            <a:ext cx="8506446" cy="5112318"/>
          </a:xfrm>
        </p:spPr>
      </p:pic>
    </p:spTree>
    <p:extLst>
      <p:ext uri="{BB962C8B-B14F-4D97-AF65-F5344CB8AC3E}">
        <p14:creationId xmlns:p14="http://schemas.microsoft.com/office/powerpoint/2010/main" val="3359276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4AAF-AAA7-76E2-331E-BA816003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85B20-45F9-D25F-AB31-B01462C5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방법론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8E3D2-56F3-A772-2DB0-DBBC0E88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BD0F22B-1223-19BD-473D-E6AE16EA1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2476025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4F54-58A0-56B5-759A-281976BE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F138-686A-61D3-91BB-09534F84E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013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규칙 기반 학습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FEF29-CC68-F590-4077-AE9E7B55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내용 개체 틀 6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C094F26-429A-949A-AE0A-F3C87241E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143" y="1284181"/>
            <a:ext cx="8239714" cy="5072169"/>
          </a:xfrm>
        </p:spPr>
      </p:pic>
    </p:spTree>
    <p:extLst>
      <p:ext uri="{BB962C8B-B14F-4D97-AF65-F5344CB8AC3E}">
        <p14:creationId xmlns:p14="http://schemas.microsoft.com/office/powerpoint/2010/main" val="1002920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AC98-CF2C-C19B-7CEE-21FFAA50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305C2-0D6F-F1BE-6C5A-7BE778C5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0130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IF-THEN</a:t>
            </a:r>
            <a:r>
              <a:rPr lang="ko-KR" altLang="en-US" sz="3600" b="1" dirty="0"/>
              <a:t>으로 구성된 규칙의 평가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A15C6E-24FC-8CBB-E59C-946575BA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E10A197-6E43-EFE6-5656-55075FAC4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6143" y="1284181"/>
            <a:ext cx="8239714" cy="5072169"/>
          </a:xfrm>
        </p:spPr>
      </p:pic>
    </p:spTree>
    <p:extLst>
      <p:ext uri="{BB962C8B-B14F-4D97-AF65-F5344CB8AC3E}">
        <p14:creationId xmlns:p14="http://schemas.microsoft.com/office/powerpoint/2010/main" val="209422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78EF-4A15-722F-6D02-7364F502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75D53-CE5D-B938-9496-416A6D39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24750" cy="989950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/>
              <a:t>IF-THEN</a:t>
            </a:r>
            <a:r>
              <a:rPr lang="ko-KR" altLang="en-US" sz="4000" b="1" dirty="0"/>
              <a:t>으로 구성된 규칙의 평가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05DFB9-8B49-849B-2519-E2F427A5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121CE75-8BD4-71D3-F4E5-FEABE0C0C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861" y="1172772"/>
            <a:ext cx="8520278" cy="5061341"/>
          </a:xfrm>
        </p:spPr>
      </p:pic>
    </p:spTree>
    <p:extLst>
      <p:ext uri="{BB962C8B-B14F-4D97-AF65-F5344CB8AC3E}">
        <p14:creationId xmlns:p14="http://schemas.microsoft.com/office/powerpoint/2010/main" val="3533355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495F-00C0-396E-371C-3704E1E7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A812E-7376-7C75-8E1D-C4FA63A8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7115175" cy="989950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/>
              <a:t>IF-THEN</a:t>
            </a:r>
            <a:r>
              <a:rPr lang="ko-KR" altLang="en-US" sz="4000" b="1" dirty="0"/>
              <a:t>으로 구성된 규칙의 평가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6A9C3-E528-CF9A-C24B-CF1E17F2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3A4A5A5-1109-6622-3441-7E7C0E90D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9923" y="1081466"/>
            <a:ext cx="8592153" cy="5274884"/>
          </a:xfrm>
        </p:spPr>
      </p:pic>
    </p:spTree>
    <p:extLst>
      <p:ext uri="{BB962C8B-B14F-4D97-AF65-F5344CB8AC3E}">
        <p14:creationId xmlns:p14="http://schemas.microsoft.com/office/powerpoint/2010/main" val="2843892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1A83-65E5-9FF9-95C6-17319F2C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52B94-2729-8075-C8DB-386E63F8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경합 해소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A8F9E-9664-1B2E-FADE-DDE38882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34D568D-F6A0-92AC-6308-3FE394142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7062" y="1123527"/>
            <a:ext cx="8477876" cy="5232823"/>
          </a:xfrm>
        </p:spPr>
      </p:pic>
    </p:spTree>
    <p:extLst>
      <p:ext uri="{BB962C8B-B14F-4D97-AF65-F5344CB8AC3E}">
        <p14:creationId xmlns:p14="http://schemas.microsoft.com/office/powerpoint/2010/main" val="3628167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7EA8-0F4C-0288-894B-3940706E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E12283-353F-29D8-CB27-9FDE62F2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경합 해소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28FC46-7532-A172-EBB4-50D99E1B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55DB442-B600-8E74-1D16-AAD0E8F23D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4681" y="1327150"/>
            <a:ext cx="8902638" cy="5029200"/>
          </a:xfrm>
        </p:spPr>
      </p:pic>
    </p:spTree>
    <p:extLst>
      <p:ext uri="{BB962C8B-B14F-4D97-AF65-F5344CB8AC3E}">
        <p14:creationId xmlns:p14="http://schemas.microsoft.com/office/powerpoint/2010/main" val="2804303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FE51-D743-B9D3-4933-968E4A08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4BAF4-6503-6F2D-6FD1-E46C0A72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의사 결정 나무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76BC1-05A0-C41A-5524-6EB03AC6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75573FA-1B89-2E0A-7888-B7895B255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7945" y="1102411"/>
            <a:ext cx="8816109" cy="5390463"/>
          </a:xfrm>
        </p:spPr>
      </p:pic>
    </p:spTree>
    <p:extLst>
      <p:ext uri="{BB962C8B-B14F-4D97-AF65-F5344CB8AC3E}">
        <p14:creationId xmlns:p14="http://schemas.microsoft.com/office/powerpoint/2010/main" val="938612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0A04-7D32-ECD0-A486-FF694A87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1AABC-609A-3EE4-F005-869659DC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의사 결정 나무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876A5-5EBF-4370-CD09-762239B4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E316FA3-F885-E198-D546-4BFABC5E8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6157" y="1250156"/>
            <a:ext cx="8439686" cy="4993482"/>
          </a:xfrm>
        </p:spPr>
      </p:pic>
    </p:spTree>
    <p:extLst>
      <p:ext uri="{BB962C8B-B14F-4D97-AF65-F5344CB8AC3E}">
        <p14:creationId xmlns:p14="http://schemas.microsoft.com/office/powerpoint/2010/main" val="2657497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97B0F-2400-2F37-9C5B-DA93C866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F7DA1-A647-45A6-5AC5-58FC39878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의사 결정 나무에서의 규칙 추출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F77B1-079A-847E-E932-65F3E8D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7DB65A2-140A-0A82-FD1F-3EE1D7283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800621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7259-986F-B1B8-04FB-D6276559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9A3FA-1CE2-6151-44C5-9A27FFC80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순차적 포괄 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078FB0-8AB4-8551-19C6-D1EFB51D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EF09BB8-0C02-5AC5-9147-AA19E70D7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2332008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F615-A6A0-5CC8-CBA7-36A0ACD2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7F057-EB04-7829-53ED-5627344C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순차적 포괄 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74F7F5-FCCE-116E-C719-777429F2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FBC7629-106A-9957-8365-2F3DAC166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1178394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1C9B-4E69-3181-639C-EF409D76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321F4-20AF-BC98-FA8D-33226FD8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순차적 포괄 알고리즘의 평가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108A4-18BD-861B-255D-0288AD04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36C485E-1000-69CB-6721-94514D57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4441" y="1127871"/>
            <a:ext cx="8583118" cy="5171329"/>
          </a:xfrm>
        </p:spPr>
      </p:pic>
    </p:spTree>
    <p:extLst>
      <p:ext uri="{BB962C8B-B14F-4D97-AF65-F5344CB8AC3E}">
        <p14:creationId xmlns:p14="http://schemas.microsoft.com/office/powerpoint/2010/main" val="1727876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25FB-118D-AA38-C7A6-D206123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8AFA8-2B93-4589-2C59-F2EDC1FA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순차적 포괄 알고리즘의 평가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6FCDED-6E2A-2D19-CE98-E8EAA0CC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56E0132-C0FE-0B46-4F07-7F2A9DF38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5485" y="1081676"/>
            <a:ext cx="8641030" cy="5274674"/>
          </a:xfrm>
        </p:spPr>
      </p:pic>
    </p:spTree>
    <p:extLst>
      <p:ext uri="{BB962C8B-B14F-4D97-AF65-F5344CB8AC3E}">
        <p14:creationId xmlns:p14="http://schemas.microsoft.com/office/powerpoint/2010/main" val="3815735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0A24-1A3A-C737-E79D-1EA5E2F2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D94BE-67C8-DE3F-92AD-DD6EB953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순차적 포괄 알고리즘의 평가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B2496-B569-F4A4-62D7-8034CDF8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0BFEA95-C46B-DDEE-E587-B36C4D4AA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4017" y="1062650"/>
            <a:ext cx="8683966" cy="5293700"/>
          </a:xfrm>
        </p:spPr>
      </p:pic>
    </p:spTree>
    <p:extLst>
      <p:ext uri="{BB962C8B-B14F-4D97-AF65-F5344CB8AC3E}">
        <p14:creationId xmlns:p14="http://schemas.microsoft.com/office/powerpoint/2010/main" val="1754073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B63D-C1F9-5A61-AE7B-7991C445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48426-5135-D11B-F822-DB54B0D8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순차적 포괄 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9686FC-65D7-A20F-D99D-C5430C39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4B4F4EA-28A8-E289-7876-178EF9026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700" y="1231807"/>
            <a:ext cx="8226599" cy="5124543"/>
          </a:xfrm>
        </p:spPr>
      </p:pic>
    </p:spTree>
    <p:extLst>
      <p:ext uri="{BB962C8B-B14F-4D97-AF65-F5344CB8AC3E}">
        <p14:creationId xmlns:p14="http://schemas.microsoft.com/office/powerpoint/2010/main" val="24558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3547-E79E-0B11-528A-CF136221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6D81A-35D6-DE60-A50C-BD195C92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의사 결정 나무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B279C-6A09-4CD3-EF14-C283430E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39A37B4-ABA3-1B3E-7C47-7C371069B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0050" y="1272476"/>
            <a:ext cx="8491900" cy="5083874"/>
          </a:xfrm>
        </p:spPr>
      </p:pic>
    </p:spTree>
    <p:extLst>
      <p:ext uri="{BB962C8B-B14F-4D97-AF65-F5344CB8AC3E}">
        <p14:creationId xmlns:p14="http://schemas.microsoft.com/office/powerpoint/2010/main" val="3182184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94A7-FE74-6246-A8BB-99C07A19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D4A1C-A5CA-A7FC-2010-E5B0A006E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의사 결정 나무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4DCC8-B213-8A19-593F-D84038D0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5640334-2AB9-67D3-D877-FB2A48082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0663" y="1331700"/>
            <a:ext cx="8130674" cy="5024650"/>
          </a:xfrm>
        </p:spPr>
      </p:pic>
    </p:spTree>
    <p:extLst>
      <p:ext uri="{BB962C8B-B14F-4D97-AF65-F5344CB8AC3E}">
        <p14:creationId xmlns:p14="http://schemas.microsoft.com/office/powerpoint/2010/main" val="442999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BD72D-C343-7334-F991-AD5C5B14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353AE-9A9C-F468-5F5A-42F61A0A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의사 결정 나무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8FECE-3675-F03E-AB6C-12DF2EBB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89588F6-C0A8-81A1-87C2-B3D85AAEB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4829" y="1299950"/>
            <a:ext cx="8242342" cy="5056400"/>
          </a:xfrm>
        </p:spPr>
      </p:pic>
    </p:spTree>
    <p:extLst>
      <p:ext uri="{BB962C8B-B14F-4D97-AF65-F5344CB8AC3E}">
        <p14:creationId xmlns:p14="http://schemas.microsoft.com/office/powerpoint/2010/main" val="1158143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7EFE-D30D-D680-4DCB-F9B6049A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33312-FEB6-7F6D-1ACD-A03E3FEF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그리디</a:t>
            </a:r>
            <a:r>
              <a:rPr lang="ko-KR" altLang="en-US" sz="3600" b="1" dirty="0"/>
              <a:t> 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90806-80B6-573F-F1FC-9754A79A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16D18EC-7841-CD43-F346-CDF653450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7012" y="1324009"/>
            <a:ext cx="8137975" cy="5032341"/>
          </a:xfrm>
        </p:spPr>
      </p:pic>
    </p:spTree>
    <p:extLst>
      <p:ext uri="{BB962C8B-B14F-4D97-AF65-F5344CB8AC3E}">
        <p14:creationId xmlns:p14="http://schemas.microsoft.com/office/powerpoint/2010/main" val="1868015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4965-BC6A-B772-02F1-8140883C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43186-CBB9-4FCF-130D-2DB5FAA30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그리디</a:t>
            </a:r>
            <a:r>
              <a:rPr lang="ko-KR" altLang="en-US" sz="3600" b="1" dirty="0"/>
              <a:t> 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D245DC-1237-9C2F-1331-E382612F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68169B5-57EA-5F97-BEEB-3DECC4486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8477" y="1302286"/>
            <a:ext cx="8195046" cy="5054064"/>
          </a:xfrm>
        </p:spPr>
      </p:pic>
    </p:spTree>
    <p:extLst>
      <p:ext uri="{BB962C8B-B14F-4D97-AF65-F5344CB8AC3E}">
        <p14:creationId xmlns:p14="http://schemas.microsoft.com/office/powerpoint/2010/main" val="2485469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AB53-3223-4B73-FF9E-CF4CE5E0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E48FE-25B0-B593-248C-DC5D9266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속성 선택 지표 </a:t>
            </a:r>
            <a:r>
              <a:rPr lang="en-US" altLang="ko-KR" sz="3600" b="1" dirty="0"/>
              <a:t>- </a:t>
            </a:r>
            <a:r>
              <a:rPr lang="ko-KR" altLang="en-US" sz="3600" b="1" dirty="0"/>
              <a:t>엔트로피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AD247-AB35-9E56-8A37-2AC7619B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CE8642B-C974-F166-591A-AE6D7D803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1550075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07C9D-2E8C-3142-F038-DF397966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D2681-9457-9676-9589-987D79AE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속성 선택 지표 </a:t>
            </a:r>
            <a:r>
              <a:rPr lang="en-US" altLang="ko-KR" sz="3600" b="1" dirty="0"/>
              <a:t>– </a:t>
            </a:r>
            <a:r>
              <a:rPr lang="ko-KR" altLang="en-US" sz="3600" b="1" dirty="0"/>
              <a:t>정보 소득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A1F24-084D-F7C0-917A-445241BD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3E9CA65-0A40-ACD2-4DC2-B25B754D3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4057" y="1363271"/>
            <a:ext cx="8203886" cy="4993079"/>
          </a:xfrm>
        </p:spPr>
      </p:pic>
    </p:spTree>
    <p:extLst>
      <p:ext uri="{BB962C8B-B14F-4D97-AF65-F5344CB8AC3E}">
        <p14:creationId xmlns:p14="http://schemas.microsoft.com/office/powerpoint/2010/main" val="1868323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76633-DEAF-35EE-0B04-1142306D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4381C-3D0C-27FD-574F-2EB82D84C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속성 선택 지표 </a:t>
            </a:r>
            <a:r>
              <a:rPr lang="en-US" altLang="ko-KR" sz="3600" b="1" dirty="0"/>
              <a:t>– </a:t>
            </a:r>
            <a:r>
              <a:rPr lang="ko-KR" altLang="en-US" sz="3600" b="1" dirty="0"/>
              <a:t>정보 소득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E6C40B-16F1-958B-9905-3D561419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51F4D17-2375-5FDB-0B65-EBB7B4E6B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A4F3711-C70C-C00F-5555-9BF09CFACEE4}"/>
                  </a:ext>
                </a:extLst>
              </p14:cNvPr>
              <p14:cNvContentPartPr/>
              <p14:nvPr/>
            </p14:nvContentPartPr>
            <p14:xfrm>
              <a:off x="533085" y="3771405"/>
              <a:ext cx="360" cy="3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A4F3711-C70C-C00F-5555-9BF09CFACE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445" y="366376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2646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04E8C-33AB-9DF5-5912-734C2126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B628D-09F0-F478-157F-49603391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속성 선택 지표 </a:t>
            </a:r>
            <a:r>
              <a:rPr lang="en-US" altLang="ko-KR" sz="3600" b="1" dirty="0"/>
              <a:t>– </a:t>
            </a:r>
            <a:r>
              <a:rPr lang="ko-KR" altLang="en-US" sz="3600" b="1" dirty="0"/>
              <a:t>정보 소득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8DF96D-898C-20A4-9EB5-8A3C8FCB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93C7800-B5E9-7007-C24B-B5ABE6954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2414A83-0083-3BBC-A261-B2221C50C327}"/>
                  </a:ext>
                </a:extLst>
              </p14:cNvPr>
              <p14:cNvContentPartPr/>
              <p14:nvPr/>
            </p14:nvContentPartPr>
            <p14:xfrm>
              <a:off x="2238045" y="2971845"/>
              <a:ext cx="399600" cy="198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2414A83-0083-3BBC-A261-B2221C50C3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4045" y="2863845"/>
                <a:ext cx="5072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16C5EBCC-5E76-DC7B-1197-D4BB688E6CF5}"/>
                  </a:ext>
                </a:extLst>
              </p14:cNvPr>
              <p14:cNvContentPartPr/>
              <p14:nvPr/>
            </p14:nvContentPartPr>
            <p14:xfrm>
              <a:off x="2238045" y="3189645"/>
              <a:ext cx="409320" cy="396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16C5EBCC-5E76-DC7B-1197-D4BB688E6C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84045" y="3082005"/>
                <a:ext cx="5169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2A35B157-4830-31A4-CE81-2AA14F7FA4E1}"/>
                  </a:ext>
                </a:extLst>
              </p14:cNvPr>
              <p14:cNvContentPartPr/>
              <p14:nvPr/>
            </p14:nvContentPartPr>
            <p14:xfrm>
              <a:off x="2247765" y="4714605"/>
              <a:ext cx="389880" cy="97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2A35B157-4830-31A4-CE81-2AA14F7FA4E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93765" y="4606965"/>
                <a:ext cx="4975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7EA97723-1572-4148-924B-D1585923B805}"/>
                  </a:ext>
                </a:extLst>
              </p14:cNvPr>
              <p14:cNvContentPartPr/>
              <p14:nvPr/>
            </p14:nvContentPartPr>
            <p14:xfrm>
              <a:off x="2257485" y="4952925"/>
              <a:ext cx="390960" cy="93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7EA97723-1572-4148-924B-D1585923B80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03485" y="4844925"/>
                <a:ext cx="4986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D9F6E5B6-B601-9FEC-B5DC-DB39FA563405}"/>
                  </a:ext>
                </a:extLst>
              </p14:cNvPr>
              <p14:cNvContentPartPr/>
              <p14:nvPr/>
            </p14:nvContentPartPr>
            <p14:xfrm>
              <a:off x="2247765" y="5438565"/>
              <a:ext cx="361080" cy="3996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D9F6E5B6-B601-9FEC-B5DC-DB39FA56340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93765" y="5330565"/>
                <a:ext cx="4687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BA2607F6-8FA5-4558-4971-2481509819EC}"/>
                  </a:ext>
                </a:extLst>
              </p14:cNvPr>
              <p14:cNvContentPartPr/>
              <p14:nvPr/>
            </p14:nvContentPartPr>
            <p14:xfrm>
              <a:off x="5419725" y="4972005"/>
              <a:ext cx="389880" cy="36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BA2607F6-8FA5-4558-4971-2481509819E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65725" y="4864005"/>
                <a:ext cx="497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7F253011-CEF7-9C3D-A186-FD89B4E53C79}"/>
                  </a:ext>
                </a:extLst>
              </p14:cNvPr>
              <p14:cNvContentPartPr/>
              <p14:nvPr/>
            </p14:nvContentPartPr>
            <p14:xfrm>
              <a:off x="5448165" y="5476725"/>
              <a:ext cx="393480" cy="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7F253011-CEF7-9C3D-A186-FD89B4E53C7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94525" y="5369085"/>
                <a:ext cx="501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1312FAE3-8C25-FDDD-101B-080EA3C4D6BB}"/>
                  </a:ext>
                </a:extLst>
              </p14:cNvPr>
              <p14:cNvContentPartPr/>
              <p14:nvPr/>
            </p14:nvContentPartPr>
            <p14:xfrm>
              <a:off x="5448165" y="3009645"/>
              <a:ext cx="354960" cy="1044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1312FAE3-8C25-FDDD-101B-080EA3C4D6B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394525" y="2901645"/>
                <a:ext cx="4626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5981522A-DB7C-15BA-B168-0D2502DE0230}"/>
                  </a:ext>
                </a:extLst>
              </p14:cNvPr>
              <p14:cNvContentPartPr/>
              <p14:nvPr/>
            </p14:nvContentPartPr>
            <p14:xfrm>
              <a:off x="5457525" y="3228885"/>
              <a:ext cx="371160" cy="2052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5981522A-DB7C-15BA-B168-0D2502DE023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03525" y="3120885"/>
                <a:ext cx="4788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36C02523-4A35-8A0B-9E2F-FE460CCA6047}"/>
                  </a:ext>
                </a:extLst>
              </p14:cNvPr>
              <p14:cNvContentPartPr/>
              <p14:nvPr/>
            </p14:nvContentPartPr>
            <p14:xfrm>
              <a:off x="5419725" y="4714965"/>
              <a:ext cx="427680" cy="2016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36C02523-4A35-8A0B-9E2F-FE460CCA604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365725" y="4606965"/>
                <a:ext cx="535320" cy="23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6476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6C38-EAE2-DC01-878B-58E4AC9B5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5BEAF-0BF9-E4EA-5D06-F76396685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속성 선택 지표 </a:t>
            </a:r>
            <a:r>
              <a:rPr lang="en-US" altLang="ko-KR" sz="3600" b="1" dirty="0"/>
              <a:t>– </a:t>
            </a:r>
            <a:r>
              <a:rPr lang="ko-KR" altLang="en-US" sz="3600" b="1" dirty="0"/>
              <a:t>정보 소득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0CFFD8-A15C-249A-FD0D-EAF73E98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35FF187-CAF9-6CE6-77BA-39F090DE5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7341072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D8602-8322-F007-76DF-7A62D34E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950AE-70C0-88E9-9164-850405A4B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속성 선택 지표 </a:t>
            </a:r>
            <a:r>
              <a:rPr lang="en-US" altLang="ko-KR" sz="3600" b="1" dirty="0"/>
              <a:t>– </a:t>
            </a:r>
            <a:r>
              <a:rPr lang="ko-KR" altLang="en-US" sz="3600" b="1" dirty="0"/>
              <a:t>정보 소득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5E533-87D6-9F4D-8ADE-DD025418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FF1FDF2-6512-EC56-542A-0C688BD48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2C1E60CA-8915-F664-A2CE-4216A8D90C9E}"/>
                  </a:ext>
                </a:extLst>
              </p14:cNvPr>
              <p14:cNvContentPartPr/>
              <p14:nvPr/>
            </p14:nvContentPartPr>
            <p14:xfrm>
              <a:off x="2181165" y="2971485"/>
              <a:ext cx="389880" cy="198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2C1E60CA-8915-F664-A2CE-4216A8D90C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7525" y="2863485"/>
                <a:ext cx="4975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41D4A3A-E157-E08B-184A-1DD6CBA6346C}"/>
                  </a:ext>
                </a:extLst>
              </p14:cNvPr>
              <p14:cNvContentPartPr/>
              <p14:nvPr/>
            </p14:nvContentPartPr>
            <p14:xfrm>
              <a:off x="2200245" y="3228885"/>
              <a:ext cx="399240" cy="104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41D4A3A-E157-E08B-184A-1DD6CBA634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46245" y="3120885"/>
                <a:ext cx="5068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BDC4775-E11C-5FC5-018A-D78381E3E91C}"/>
                  </a:ext>
                </a:extLst>
              </p14:cNvPr>
              <p14:cNvContentPartPr/>
              <p14:nvPr/>
            </p14:nvContentPartPr>
            <p14:xfrm>
              <a:off x="2238045" y="4752765"/>
              <a:ext cx="390240" cy="3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BDC4775-E11C-5FC5-018A-D78381E3E9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84045" y="4644765"/>
                <a:ext cx="497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D41E435-9A72-8061-2063-34FA651C1C8F}"/>
                  </a:ext>
                </a:extLst>
              </p14:cNvPr>
              <p14:cNvContentPartPr/>
              <p14:nvPr/>
            </p14:nvContentPartPr>
            <p14:xfrm>
              <a:off x="2171445" y="4924485"/>
              <a:ext cx="437400" cy="2952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D41E435-9A72-8061-2063-34FA651C1C8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17805" y="4816485"/>
                <a:ext cx="5450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AC4DE84C-215D-B2EA-31AE-C63409E6A970}"/>
                  </a:ext>
                </a:extLst>
              </p14:cNvPr>
              <p14:cNvContentPartPr/>
              <p14:nvPr/>
            </p14:nvContentPartPr>
            <p14:xfrm>
              <a:off x="2247765" y="5476725"/>
              <a:ext cx="361080" cy="291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AC4DE84C-215D-B2EA-31AE-C63409E6A97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93765" y="5369085"/>
                <a:ext cx="4687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A2C2662D-50BE-428A-539A-ED64B3D246B3}"/>
                  </a:ext>
                </a:extLst>
              </p14:cNvPr>
              <p14:cNvContentPartPr/>
              <p14:nvPr/>
            </p14:nvContentPartPr>
            <p14:xfrm>
              <a:off x="2247765" y="6191325"/>
              <a:ext cx="370800" cy="2952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A2C2662D-50BE-428A-539A-ED64B3D246B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93765" y="6083325"/>
                <a:ext cx="4784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0AC9A38A-8E41-275D-1FA9-3777203C6D43}"/>
                  </a:ext>
                </a:extLst>
              </p14:cNvPr>
              <p14:cNvContentPartPr/>
              <p14:nvPr/>
            </p14:nvContentPartPr>
            <p14:xfrm>
              <a:off x="2209965" y="5238765"/>
              <a:ext cx="399600" cy="1944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0AC9A38A-8E41-275D-1FA9-3777203C6D4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55965" y="5130765"/>
                <a:ext cx="5072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10373E3D-6DB6-C29D-3AA2-F374E94793B1}"/>
                  </a:ext>
                </a:extLst>
              </p14:cNvPr>
              <p14:cNvContentPartPr/>
              <p14:nvPr/>
            </p14:nvContentPartPr>
            <p14:xfrm>
              <a:off x="2123925" y="4191165"/>
              <a:ext cx="486000" cy="3960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10373E3D-6DB6-C29D-3AA2-F374E94793B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70285" y="4083165"/>
                <a:ext cx="5936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B9F38C4D-F965-F967-7148-EDC1E8DE628D}"/>
                  </a:ext>
                </a:extLst>
              </p14:cNvPr>
              <p14:cNvContentPartPr/>
              <p14:nvPr/>
            </p14:nvContentPartPr>
            <p14:xfrm>
              <a:off x="2257485" y="3990645"/>
              <a:ext cx="323280" cy="36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B9F38C4D-F965-F967-7148-EDC1E8DE628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203485" y="3883005"/>
                <a:ext cx="430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18505104-FEB5-D6FF-1304-AE76F0DE4EFA}"/>
                  </a:ext>
                </a:extLst>
              </p14:cNvPr>
              <p14:cNvContentPartPr/>
              <p14:nvPr/>
            </p14:nvContentPartPr>
            <p14:xfrm>
              <a:off x="2200245" y="3733605"/>
              <a:ext cx="409320" cy="36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18505104-FEB5-D6FF-1304-AE76F0DE4EF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46245" y="3625965"/>
                <a:ext cx="51696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6543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A024E-329D-1ADE-4D40-A9735BBE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82DBE-8FF6-BE55-9D42-ED1069A7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속성 선택 지표 </a:t>
            </a:r>
            <a:r>
              <a:rPr lang="en-US" altLang="ko-KR" sz="3600" b="1" dirty="0"/>
              <a:t>– </a:t>
            </a:r>
            <a:r>
              <a:rPr lang="ko-KR" altLang="en-US" sz="3600" b="1" dirty="0"/>
              <a:t>정보 소득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30D39C-9D2C-590E-DBDB-D95EF057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02C1445-9E5F-0C30-D881-CCE768B18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4207209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12EF2-6BCB-2FBA-2D2E-0BB57F6B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5E39D-E87E-669D-C475-9D092E22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속성 선택 지표 </a:t>
            </a:r>
            <a:r>
              <a:rPr lang="en-US" altLang="ko-KR" sz="3600" b="1" dirty="0"/>
              <a:t>– </a:t>
            </a:r>
            <a:r>
              <a:rPr lang="ko-KR" altLang="en-US" sz="3600" b="1" dirty="0"/>
              <a:t>정보 소득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185B80-CC74-44C5-3F5B-99DD9A650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AADB697-734F-A078-FEC5-E4C15C4ED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3841554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020F-1F42-D54A-62F3-A59E79C4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B88FA-0D88-6501-100C-B3F021C6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속성 선택 지표 </a:t>
            </a:r>
            <a:r>
              <a:rPr lang="en-US" altLang="ko-KR" sz="3600" b="1" dirty="0"/>
              <a:t>– </a:t>
            </a:r>
            <a:r>
              <a:rPr lang="ko-KR" altLang="en-US" sz="3600" b="1" dirty="0"/>
              <a:t>정보 소득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1BBEC6-EB62-A4E6-CA96-C3B959FFE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8FBE49B-EF98-676E-F9DB-EFAA64DA9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2374908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1E06D-0E3B-236C-BA70-A237C0B6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808F0-5536-1E5B-1F93-56896E2C3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속성 선택 지표 </a:t>
            </a:r>
            <a:r>
              <a:rPr lang="en-US" altLang="ko-KR" sz="3600" b="1" dirty="0"/>
              <a:t>– </a:t>
            </a:r>
            <a:r>
              <a:rPr lang="ko-KR" altLang="en-US" sz="3600" b="1" dirty="0"/>
              <a:t>정보 소득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FDFBE-FC92-C6A6-3C39-FD928342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9BB1BAB-AD26-CDD9-F76C-E0C424CC5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307576"/>
            <a:ext cx="6785023" cy="2790012"/>
          </a:xfrm>
        </p:spPr>
      </p:pic>
      <p:pic>
        <p:nvPicPr>
          <p:cNvPr id="5" name="그림 4" descr="텍스트, 폰트, 스크린샷, 친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7D901AB-BF77-C91C-EDC6-A17BA2F3E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950" y="2591525"/>
            <a:ext cx="3152130" cy="259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159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2D82E-61B4-3C8B-9C48-2DD13704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15DBD-74C1-9FAF-BBE4-EFE445A70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소득률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0248E-90E9-8EA1-BD4A-0F662B95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C7AC8B4-66E2-7059-9480-F9517C4FF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2423609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1A9AF-5407-3C21-9202-6E7DD5FA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D9437-E019-035C-799E-5279F0F3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소득률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29C1B7-9532-EAEF-FB6D-FE9754DE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8F17B73-E962-AACC-75F8-BD1AC7AA6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37694266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3D5E-C4D1-CC6B-A773-A817715A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1B8F8-15F7-7B50-361B-A6909551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지니 계수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72012F-1002-8C5E-3968-8F675D51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4AE32F5-7F5B-684B-BC7F-7409AE4AC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8849" y="1206089"/>
            <a:ext cx="8394301" cy="5150261"/>
          </a:xfrm>
        </p:spPr>
      </p:pic>
    </p:spTree>
    <p:extLst>
      <p:ext uri="{BB962C8B-B14F-4D97-AF65-F5344CB8AC3E}">
        <p14:creationId xmlns:p14="http://schemas.microsoft.com/office/powerpoint/2010/main" val="3387917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F4800-CA8C-9276-8C13-5603CA9C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00C23-B063-AF38-14BB-FC4375516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지니 계수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5E988B-5190-A4B7-BE80-5673B31B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56B9B98-348D-CCAF-E76F-BB1A9D904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8849" y="1206089"/>
            <a:ext cx="8394301" cy="5150261"/>
          </a:xfrm>
        </p:spPr>
      </p:pic>
    </p:spTree>
    <p:extLst>
      <p:ext uri="{BB962C8B-B14F-4D97-AF65-F5344CB8AC3E}">
        <p14:creationId xmlns:p14="http://schemas.microsoft.com/office/powerpoint/2010/main" val="33626171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3F4E-5590-61B6-A16A-37FDAA3F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0E140-2D74-A47B-CB56-6D0B8B3F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지니 계수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E74F37-87B7-B0B3-59DD-06697C3F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FEF1BD1-FF4F-4939-7824-E4C365D1F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8849" y="1206089"/>
            <a:ext cx="8394301" cy="5150261"/>
          </a:xfrm>
        </p:spPr>
      </p:pic>
    </p:spTree>
    <p:extLst>
      <p:ext uri="{BB962C8B-B14F-4D97-AF65-F5344CB8AC3E}">
        <p14:creationId xmlns:p14="http://schemas.microsoft.com/office/powerpoint/2010/main" val="6793255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284C4-2976-4799-7E6C-3AF32DD7F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65164-9246-8AA6-FE43-D85DC4AE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지니 계수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164972-AED1-BFA4-4719-2DED34E9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1334110F-9A4B-2FDA-0717-024480494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8849" y="1206089"/>
            <a:ext cx="8394301" cy="5150261"/>
          </a:xfrm>
        </p:spPr>
      </p:pic>
    </p:spTree>
    <p:extLst>
      <p:ext uri="{BB962C8B-B14F-4D97-AF65-F5344CB8AC3E}">
        <p14:creationId xmlns:p14="http://schemas.microsoft.com/office/powerpoint/2010/main" val="2402550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D343-ED05-A408-C3B8-FB38BE14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1A284-0B06-CE44-AA20-A46EF9E2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과적합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3035B4-6AE4-B736-580D-4601AE1F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DDBB591-E3EF-DEB8-C243-0898FC672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862" y="1253328"/>
            <a:ext cx="8252275" cy="5103022"/>
          </a:xfrm>
        </p:spPr>
      </p:pic>
    </p:spTree>
    <p:extLst>
      <p:ext uri="{BB962C8B-B14F-4D97-AF65-F5344CB8AC3E}">
        <p14:creationId xmlns:p14="http://schemas.microsoft.com/office/powerpoint/2010/main" val="7525064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F805-8CE8-A1C0-F100-0DDA4448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6C8AE-4D41-8F23-A20D-88CB71E4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가지 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5F4C5F-2E8E-694E-2D71-5CC93F78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48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A607229-D307-BC23-8C1C-BC46D7F6C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2407" y="1042511"/>
            <a:ext cx="8707186" cy="5313839"/>
          </a:xfrm>
        </p:spPr>
      </p:pic>
    </p:spTree>
    <p:extLst>
      <p:ext uri="{BB962C8B-B14F-4D97-AF65-F5344CB8AC3E}">
        <p14:creationId xmlns:p14="http://schemas.microsoft.com/office/powerpoint/2010/main" val="13543276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FAF4-4E3D-702B-3FE7-8D5224FF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43CAC-EFA5-20C8-2D82-0096E0A4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결정 나무의 성능 향상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9B9FD-9AE5-02D8-058F-9DF52773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EB5F46-75C9-4C24-C8CB-965ED3FF9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8117" y="1446212"/>
            <a:ext cx="7895765" cy="4910138"/>
          </a:xfrm>
        </p:spPr>
      </p:pic>
    </p:spTree>
    <p:extLst>
      <p:ext uri="{BB962C8B-B14F-4D97-AF65-F5344CB8AC3E}">
        <p14:creationId xmlns:p14="http://schemas.microsoft.com/office/powerpoint/2010/main" val="2883422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910E-B929-9D0E-2CAE-85EB697A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4B861-5A50-FECA-A4F1-2343F548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결정 나무 유도 장단점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A48DA-7483-8CAB-04D2-0F0B14FE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FFB4A5F-F10B-5399-8F90-1AF259945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5938" y="1133474"/>
            <a:ext cx="8620124" cy="5222875"/>
          </a:xfrm>
        </p:spPr>
      </p:pic>
    </p:spTree>
    <p:extLst>
      <p:ext uri="{BB962C8B-B14F-4D97-AF65-F5344CB8AC3E}">
        <p14:creationId xmlns:p14="http://schemas.microsoft.com/office/powerpoint/2010/main" val="15131505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8695-7A1F-9D73-C39E-A4E06E7B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B13A8-AE49-68E0-42FC-C6A5B2C4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레인 포레스트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07CD3-3546-2C38-3066-EBC89EAF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51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A83C5A-7210-1C97-BEB7-E664650AD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8726" y="1513530"/>
            <a:ext cx="7834547" cy="4842820"/>
          </a:xfrm>
        </p:spPr>
      </p:pic>
    </p:spTree>
    <p:extLst>
      <p:ext uri="{BB962C8B-B14F-4D97-AF65-F5344CB8AC3E}">
        <p14:creationId xmlns:p14="http://schemas.microsoft.com/office/powerpoint/2010/main" val="21153942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15E6-4FB3-4562-148F-CB64662E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71325-0628-A571-0379-0E7CA73D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레인 포레스트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E6A29C-74F0-2117-7FDA-AD0A72C7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E7B31E-E2B0-7F99-F338-5B04417E2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1453" y="1417637"/>
            <a:ext cx="7989094" cy="4938713"/>
          </a:xfrm>
        </p:spPr>
      </p:pic>
    </p:spTree>
    <p:extLst>
      <p:ext uri="{BB962C8B-B14F-4D97-AF65-F5344CB8AC3E}">
        <p14:creationId xmlns:p14="http://schemas.microsoft.com/office/powerpoint/2010/main" val="12596271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3D943-320B-A814-B981-E086F306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4A150-43F7-EA28-E053-3BEA0E12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베이지안 분류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2B482A-DCC6-3BC7-0859-2BD61BD1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53</a:t>
            </a:fld>
            <a:endParaRPr lang="ko-KR" alt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2CEDEA50-E753-C977-0766-D08DD604C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9692" y="1370012"/>
            <a:ext cx="8232615" cy="4986338"/>
          </a:xfrm>
        </p:spPr>
      </p:pic>
    </p:spTree>
    <p:extLst>
      <p:ext uri="{BB962C8B-B14F-4D97-AF65-F5344CB8AC3E}">
        <p14:creationId xmlns:p14="http://schemas.microsoft.com/office/powerpoint/2010/main" val="38138131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019F-4B19-FF17-E18F-6D9431D11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1F748-FFBB-8CE1-75AB-E47D36EC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베이지안 분류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B0473-C4B1-A45A-4D12-FEEEDA13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54</a:t>
            </a:fld>
            <a:endParaRPr lang="ko-KR" alt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4B503270-0788-9EC9-1987-D82EA78AE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9692" y="1370012"/>
            <a:ext cx="8232615" cy="4986338"/>
          </a:xfrm>
        </p:spPr>
      </p:pic>
    </p:spTree>
    <p:extLst>
      <p:ext uri="{BB962C8B-B14F-4D97-AF65-F5344CB8AC3E}">
        <p14:creationId xmlns:p14="http://schemas.microsoft.com/office/powerpoint/2010/main" val="11434564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683B8-4C23-E9CA-027D-4917A04A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C203C-C587-9CC1-C6ED-31368D3B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베이지안 분류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3DED22-3D65-AF0C-D625-ACE387E3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55</a:t>
            </a:fld>
            <a:endParaRPr lang="ko-KR" alt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BF25A486-6EB1-3409-7B64-501F3C8DA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9692" y="1370012"/>
            <a:ext cx="8232615" cy="4986338"/>
          </a:xfrm>
        </p:spPr>
      </p:pic>
    </p:spTree>
    <p:extLst>
      <p:ext uri="{BB962C8B-B14F-4D97-AF65-F5344CB8AC3E}">
        <p14:creationId xmlns:p14="http://schemas.microsoft.com/office/powerpoint/2010/main" val="18106526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8DE5-2675-0017-C93D-43F4F5C5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F2C4D-0005-1515-CEDE-4E7ADAA4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나이브</a:t>
            </a:r>
            <a:r>
              <a:rPr lang="ko-KR" altLang="en-US" sz="3600" b="1" dirty="0"/>
              <a:t> 베이지안 분류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3BE6-4D36-64A0-0704-8CDFDDC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56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436CF4F-2154-838B-0DFF-E304A295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7263" y="1205806"/>
            <a:ext cx="8377474" cy="5150544"/>
          </a:xfrm>
        </p:spPr>
      </p:pic>
    </p:spTree>
    <p:extLst>
      <p:ext uri="{BB962C8B-B14F-4D97-AF65-F5344CB8AC3E}">
        <p14:creationId xmlns:p14="http://schemas.microsoft.com/office/powerpoint/2010/main" val="6106353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4DCF-BA4C-C289-8E38-7ADADFAA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2174B-ED46-D486-5CCB-FCA04D26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클래스 조건 독립성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D3AAAB-E19B-AE0B-1993-CDD9100E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7522BD0-3B97-D92A-A2FA-9E5E7DCE4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0806" y="1193856"/>
            <a:ext cx="8330388" cy="5162494"/>
          </a:xfrm>
        </p:spPr>
      </p:pic>
    </p:spTree>
    <p:extLst>
      <p:ext uri="{BB962C8B-B14F-4D97-AF65-F5344CB8AC3E}">
        <p14:creationId xmlns:p14="http://schemas.microsoft.com/office/powerpoint/2010/main" val="31413395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EA5B-BE33-5959-B370-F1E077EA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BD3B5-50C7-2596-20C7-1E475EC08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나이브</a:t>
            </a:r>
            <a:r>
              <a:rPr lang="ko-KR" altLang="en-US" sz="3600" b="1" dirty="0"/>
              <a:t> 베이지안 분류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C4989-C2F1-9D01-3B42-BD3144A6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58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49D6C1AB-D21D-E8FB-447E-45378813B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</p:spTree>
    <p:extLst>
      <p:ext uri="{BB962C8B-B14F-4D97-AF65-F5344CB8AC3E}">
        <p14:creationId xmlns:p14="http://schemas.microsoft.com/office/powerpoint/2010/main" val="25426957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D59BE-757E-4108-D434-3A65076B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2FBEC-692B-A703-CCB6-C43819FC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나이브</a:t>
            </a:r>
            <a:r>
              <a:rPr lang="ko-KR" altLang="en-US" sz="3600" b="1" dirty="0"/>
              <a:t> 베이지안 분류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76C8B1-5DD4-CF7B-0E30-CCFAA90D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59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48F1A940-582C-6422-372B-B12996682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</p:spTree>
    <p:extLst>
      <p:ext uri="{BB962C8B-B14F-4D97-AF65-F5344CB8AC3E}">
        <p14:creationId xmlns:p14="http://schemas.microsoft.com/office/powerpoint/2010/main" val="36127065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000A-0BFC-A8EC-812B-03FB56C6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7B807-8E4A-6095-2076-B51D98BD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나이브</a:t>
            </a:r>
            <a:r>
              <a:rPr lang="ko-KR" altLang="en-US" sz="3600" b="1" dirty="0"/>
              <a:t> 베이지안 분류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4F6C24-9554-F4BC-DA64-9EA0A659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60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F706811F-164E-F5C9-8B44-CD303CBA8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23CDF73-33D2-CC34-2269-3F47FFA9FB3D}"/>
                  </a:ext>
                </a:extLst>
              </p14:cNvPr>
              <p14:cNvContentPartPr/>
              <p14:nvPr/>
            </p14:nvContentPartPr>
            <p14:xfrm>
              <a:off x="2085765" y="4876965"/>
              <a:ext cx="361440" cy="93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23CDF73-33D2-CC34-2269-3F47FFA9FB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1765" y="4768965"/>
                <a:ext cx="4690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523EC835-8F03-4CF0-25DA-018D3D7968A0}"/>
                  </a:ext>
                </a:extLst>
              </p14:cNvPr>
              <p14:cNvContentPartPr/>
              <p14:nvPr/>
            </p14:nvContentPartPr>
            <p14:xfrm>
              <a:off x="2095485" y="5409765"/>
              <a:ext cx="361440" cy="104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523EC835-8F03-4CF0-25DA-018D3D7968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41485" y="5302125"/>
                <a:ext cx="4690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D6CC0EC-4DE8-7D8E-0A28-2A7B79511DBE}"/>
                  </a:ext>
                </a:extLst>
              </p14:cNvPr>
              <p14:cNvContentPartPr/>
              <p14:nvPr/>
            </p14:nvContentPartPr>
            <p14:xfrm>
              <a:off x="2619285" y="3581325"/>
              <a:ext cx="658440" cy="270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D6CC0EC-4DE8-7D8E-0A28-2A7B79511D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65285" y="3473685"/>
                <a:ext cx="7660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2EC786A4-DC99-CB19-CB0B-26887541839A}"/>
                  </a:ext>
                </a:extLst>
              </p14:cNvPr>
              <p14:cNvContentPartPr/>
              <p14:nvPr/>
            </p14:nvContentPartPr>
            <p14:xfrm>
              <a:off x="2666805" y="5352525"/>
              <a:ext cx="656640" cy="104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2EC786A4-DC99-CB19-CB0B-26887541839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12805" y="5244885"/>
                <a:ext cx="7642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A4E9BFF7-21D7-04E3-EE3F-F949EA06B516}"/>
                  </a:ext>
                </a:extLst>
              </p14:cNvPr>
              <p14:cNvContentPartPr/>
              <p14:nvPr/>
            </p14:nvContentPartPr>
            <p14:xfrm>
              <a:off x="2676525" y="5143005"/>
              <a:ext cx="628920" cy="72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A4E9BFF7-21D7-04E3-EE3F-F949EA06B51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22525" y="4927005"/>
                <a:ext cx="736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1BE910CB-F5C7-A87F-8223-CB7965090D53}"/>
                  </a:ext>
                </a:extLst>
              </p14:cNvPr>
              <p14:cNvContentPartPr/>
              <p14:nvPr/>
            </p14:nvContentPartPr>
            <p14:xfrm>
              <a:off x="2647725" y="5621085"/>
              <a:ext cx="647280" cy="864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1BE910CB-F5C7-A87F-8223-CB7965090D5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94085" y="5513445"/>
                <a:ext cx="7549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6B75A884-EF5F-66D1-2297-704ABD8EEFCC}"/>
                  </a:ext>
                </a:extLst>
              </p14:cNvPr>
              <p14:cNvContentPartPr/>
              <p14:nvPr/>
            </p14:nvContentPartPr>
            <p14:xfrm>
              <a:off x="3467085" y="3867165"/>
              <a:ext cx="398880" cy="4428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6B75A884-EF5F-66D1-2297-704ABD8EEFC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13085" y="3759165"/>
                <a:ext cx="50652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7BAA5557-482E-0CDC-DD6D-23F0B1179AAB}"/>
                  </a:ext>
                </a:extLst>
              </p14:cNvPr>
              <p14:cNvContentPartPr/>
              <p14:nvPr/>
            </p14:nvContentPartPr>
            <p14:xfrm>
              <a:off x="3495525" y="4352445"/>
              <a:ext cx="357840" cy="3276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7BAA5557-482E-0CDC-DD6D-23F0B1179AA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41885" y="4244805"/>
                <a:ext cx="4654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6809C3AE-5963-6E21-0265-155567492785}"/>
                  </a:ext>
                </a:extLst>
              </p14:cNvPr>
              <p14:cNvContentPartPr/>
              <p14:nvPr/>
            </p14:nvContentPartPr>
            <p14:xfrm>
              <a:off x="3467085" y="4848165"/>
              <a:ext cx="391320" cy="4824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6809C3AE-5963-6E21-0265-15556749278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413085" y="4740525"/>
                <a:ext cx="4989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B74057A1-FD28-43A8-D364-97CC1A6B9F25}"/>
                  </a:ext>
                </a:extLst>
              </p14:cNvPr>
              <p14:cNvContentPartPr/>
              <p14:nvPr/>
            </p14:nvContentPartPr>
            <p14:xfrm>
              <a:off x="3533325" y="5086485"/>
              <a:ext cx="334440" cy="3816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B74057A1-FD28-43A8-D364-97CC1A6B9F2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79685" y="4978485"/>
                <a:ext cx="4420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0AEC24CF-BF30-418F-6CFD-BBD9DF513A03}"/>
                  </a:ext>
                </a:extLst>
              </p14:cNvPr>
              <p14:cNvContentPartPr/>
              <p14:nvPr/>
            </p14:nvContentPartPr>
            <p14:xfrm>
              <a:off x="3514605" y="5381325"/>
              <a:ext cx="320760" cy="237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0AEC24CF-BF30-418F-6CFD-BBD9DF513A0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60605" y="5273325"/>
                <a:ext cx="4284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01F39AF4-3E94-0BDA-AF06-ADB08736D844}"/>
                  </a:ext>
                </a:extLst>
              </p14:cNvPr>
              <p14:cNvContentPartPr/>
              <p14:nvPr/>
            </p14:nvContentPartPr>
            <p14:xfrm>
              <a:off x="3504885" y="5905485"/>
              <a:ext cx="332640" cy="201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01F39AF4-3E94-0BDA-AF06-ADB08736D84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50885" y="5797845"/>
                <a:ext cx="4402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4B163E81-464D-7DBA-4652-3B6A0A02C20B}"/>
                  </a:ext>
                </a:extLst>
              </p14:cNvPr>
              <p14:cNvContentPartPr/>
              <p14:nvPr/>
            </p14:nvContentPartPr>
            <p14:xfrm>
              <a:off x="4295445" y="3848085"/>
              <a:ext cx="315000" cy="3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4B163E81-464D-7DBA-4652-3B6A0A02C20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241445" y="3740445"/>
                <a:ext cx="4226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F0D901E8-0E1E-F82E-101B-1D639D8014BB}"/>
                  </a:ext>
                </a:extLst>
              </p14:cNvPr>
              <p14:cNvContentPartPr/>
              <p14:nvPr/>
            </p14:nvContentPartPr>
            <p14:xfrm>
              <a:off x="4323885" y="3610125"/>
              <a:ext cx="360720" cy="3672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F0D901E8-0E1E-F82E-101B-1D639D8014B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270245" y="3502125"/>
                <a:ext cx="46836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9AFCCE90-D215-C58F-7670-649ED3457FB0}"/>
                  </a:ext>
                </a:extLst>
              </p14:cNvPr>
              <p14:cNvContentPartPr/>
              <p14:nvPr/>
            </p14:nvContentPartPr>
            <p14:xfrm>
              <a:off x="4305165" y="3371805"/>
              <a:ext cx="373320" cy="6552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9AFCCE90-D215-C58F-7670-649ED3457FB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251165" y="3264165"/>
                <a:ext cx="48096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4680CD89-F5F9-8BFD-F3BB-3E63F04CFE3F}"/>
                  </a:ext>
                </a:extLst>
              </p14:cNvPr>
              <p14:cNvContentPartPr/>
              <p14:nvPr/>
            </p14:nvContentPartPr>
            <p14:xfrm>
              <a:off x="4286085" y="4867245"/>
              <a:ext cx="379080" cy="19800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4680CD89-F5F9-8BFD-F3BB-3E63F04CFE3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232445" y="4759245"/>
                <a:ext cx="4867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7C3C1537-7565-64E7-ACB0-A6D0268B5009}"/>
                  </a:ext>
                </a:extLst>
              </p14:cNvPr>
              <p14:cNvContentPartPr/>
              <p14:nvPr/>
            </p14:nvContentPartPr>
            <p14:xfrm>
              <a:off x="4323885" y="5134005"/>
              <a:ext cx="342360" cy="2952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7C3C1537-7565-64E7-ACB0-A6D0268B500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270245" y="5026005"/>
                <a:ext cx="4500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ADA826C7-1D6D-5DBF-9A05-21C1D469D01D}"/>
                  </a:ext>
                </a:extLst>
              </p14:cNvPr>
              <p14:cNvContentPartPr/>
              <p14:nvPr/>
            </p14:nvContentPartPr>
            <p14:xfrm>
              <a:off x="4295445" y="5861205"/>
              <a:ext cx="352800" cy="6480"/>
            </p14:xfrm>
          </p:contentPart>
        </mc:Choice>
        <mc:Fallback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ADA826C7-1D6D-5DBF-9A05-21C1D469D01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241445" y="5753565"/>
                <a:ext cx="460440" cy="2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40513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DD164-7167-429C-956E-A80AEA43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A5A42-FBBC-78EB-4FDD-C5A2F9DA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나이브</a:t>
            </a:r>
            <a:r>
              <a:rPr lang="ko-KR" altLang="en-US" sz="3600" b="1" dirty="0"/>
              <a:t> 베이지안 분류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3F961F-0250-40FD-B7AD-11266087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61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F126A7AF-514B-D355-F708-15B79EAA6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</p:spTree>
    <p:extLst>
      <p:ext uri="{BB962C8B-B14F-4D97-AF65-F5344CB8AC3E}">
        <p14:creationId xmlns:p14="http://schemas.microsoft.com/office/powerpoint/2010/main" val="2464290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73DC-309F-5F5E-7660-155CFF2A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3EC14-6DE4-A121-0DE6-EDE0CB87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나이브</a:t>
            </a:r>
            <a:r>
              <a:rPr lang="ko-KR" altLang="en-US" sz="3600" b="1" dirty="0"/>
              <a:t> 베이지안 분류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336F3-F0B3-670D-5183-54C4ECD6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62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141893EB-2C6B-5449-0C53-B58C24343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</p:spTree>
    <p:extLst>
      <p:ext uri="{BB962C8B-B14F-4D97-AF65-F5344CB8AC3E}">
        <p14:creationId xmlns:p14="http://schemas.microsoft.com/office/powerpoint/2010/main" val="24065076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5963C-F0D5-0F38-F506-93B3F2E5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05395-53CE-F173-7EA8-771BD1CE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나이브</a:t>
            </a:r>
            <a:r>
              <a:rPr lang="ko-KR" altLang="en-US" sz="3600" b="1" dirty="0"/>
              <a:t> 베이지안 분류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3A5F4-4600-AA25-ECE4-915A8458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63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1CF1238F-495A-0B04-4891-32E70CDEA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</p:spTree>
    <p:extLst>
      <p:ext uri="{BB962C8B-B14F-4D97-AF65-F5344CB8AC3E}">
        <p14:creationId xmlns:p14="http://schemas.microsoft.com/office/powerpoint/2010/main" val="40580238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747D-F0CE-CC84-8CF5-A0FC174D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6B499-38E8-7756-3741-F2A37AA5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라플라스</a:t>
            </a:r>
            <a:r>
              <a:rPr lang="ko-KR" altLang="en-US" sz="3600" b="1" dirty="0"/>
              <a:t> 보정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F356A-0476-296A-3A7E-9E1430DD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73C782-8124-FE95-BE36-95145B6C1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1384855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5DF2-6EB1-2DD1-864B-F7FAA5BA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84E67-6056-22BB-167B-127E676A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베이지안 분류 모델 장단점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80A6C-56DD-8AC8-3B3A-5B8460FF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65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F79C440-3925-7C09-09F8-CB973E5B9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4993" y="1350962"/>
            <a:ext cx="8182014" cy="5005388"/>
          </a:xfrm>
        </p:spPr>
      </p:pic>
    </p:spTree>
    <p:extLst>
      <p:ext uri="{BB962C8B-B14F-4D97-AF65-F5344CB8AC3E}">
        <p14:creationId xmlns:p14="http://schemas.microsoft.com/office/powerpoint/2010/main" val="3222413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304</Words>
  <Application>Microsoft Office PowerPoint</Application>
  <PresentationFormat>와이드스크린</PresentationFormat>
  <Paragraphs>131</Paragraphs>
  <Slides>65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68" baseType="lpstr">
      <vt:lpstr>맑은 고딕</vt:lpstr>
      <vt:lpstr>Arial</vt:lpstr>
      <vt:lpstr>Office 테마</vt:lpstr>
      <vt:lpstr>기초 분류 모델I</vt:lpstr>
      <vt:lpstr>의사 결정 나무</vt:lpstr>
      <vt:lpstr>의사 결정 나무</vt:lpstr>
      <vt:lpstr>분류와 예측</vt:lpstr>
      <vt:lpstr>분류 모델의 구성 / 사용</vt:lpstr>
      <vt:lpstr>분류 모델의 구성 / 사용</vt:lpstr>
      <vt:lpstr>분류 모델의 구성 / 사용</vt:lpstr>
      <vt:lpstr>분류 모델의 구성 / 사용</vt:lpstr>
      <vt:lpstr>분류 모델의 구성 / 사용</vt:lpstr>
      <vt:lpstr>분류 방법론</vt:lpstr>
      <vt:lpstr>규칙 기반 학습 모델</vt:lpstr>
      <vt:lpstr>IF-THEN으로 구성된 규칙의 평가</vt:lpstr>
      <vt:lpstr>IF-THEN으로 구성된 규칙의 평가</vt:lpstr>
      <vt:lpstr>IF-THEN으로 구성된 규칙의 평가</vt:lpstr>
      <vt:lpstr>경합 해소</vt:lpstr>
      <vt:lpstr>경합 해소</vt:lpstr>
      <vt:lpstr>의사 결정 나무</vt:lpstr>
      <vt:lpstr>의사 결정 나무</vt:lpstr>
      <vt:lpstr>의사 결정 나무에서의 규칙 추출</vt:lpstr>
      <vt:lpstr>순차적 포괄 알고리즘</vt:lpstr>
      <vt:lpstr>순차적 포괄 알고리즘</vt:lpstr>
      <vt:lpstr>순차적 포괄 알고리즘의 평가</vt:lpstr>
      <vt:lpstr>순차적 포괄 알고리즘의 평가</vt:lpstr>
      <vt:lpstr>순차적 포괄 알고리즘의 평가</vt:lpstr>
      <vt:lpstr>순차적 포괄 알고리즘</vt:lpstr>
      <vt:lpstr>의사 결정 나무</vt:lpstr>
      <vt:lpstr>의사 결정 나무</vt:lpstr>
      <vt:lpstr>의사 결정 나무</vt:lpstr>
      <vt:lpstr>그리디 알고리즘</vt:lpstr>
      <vt:lpstr>그리디 알고리즘</vt:lpstr>
      <vt:lpstr>속성 선택 지표 - 엔트로피</vt:lpstr>
      <vt:lpstr>속성 선택 지표 – 정보 소득</vt:lpstr>
      <vt:lpstr>속성 선택 지표 – 정보 소득</vt:lpstr>
      <vt:lpstr>속성 선택 지표 – 정보 소득</vt:lpstr>
      <vt:lpstr>속성 선택 지표 – 정보 소득</vt:lpstr>
      <vt:lpstr>속성 선택 지표 – 정보 소득</vt:lpstr>
      <vt:lpstr>속성 선택 지표 – 정보 소득</vt:lpstr>
      <vt:lpstr>속성 선택 지표 – 정보 소득</vt:lpstr>
      <vt:lpstr>속성 선택 지표 – 정보 소득</vt:lpstr>
      <vt:lpstr>속성 선택 지표 – 정보 소득</vt:lpstr>
      <vt:lpstr>소득률</vt:lpstr>
      <vt:lpstr>소득률</vt:lpstr>
      <vt:lpstr>지니 계수</vt:lpstr>
      <vt:lpstr>지니 계수</vt:lpstr>
      <vt:lpstr>지니 계수</vt:lpstr>
      <vt:lpstr>지니 계수</vt:lpstr>
      <vt:lpstr>과적합</vt:lpstr>
      <vt:lpstr>가지 치기</vt:lpstr>
      <vt:lpstr>결정 나무의 성능 향상</vt:lpstr>
      <vt:lpstr>결정 나무 유도 장단점</vt:lpstr>
      <vt:lpstr>레인 포레스트</vt:lpstr>
      <vt:lpstr>레인 포레스트</vt:lpstr>
      <vt:lpstr>베이지안 분류 모델</vt:lpstr>
      <vt:lpstr>베이지안 분류 모델</vt:lpstr>
      <vt:lpstr>베이지안 분류 모델</vt:lpstr>
      <vt:lpstr>나이브 베이지안 분류 모델</vt:lpstr>
      <vt:lpstr>클래스 조건 독립성</vt:lpstr>
      <vt:lpstr>나이브 베이지안 분류 모델</vt:lpstr>
      <vt:lpstr>나이브 베이지안 분류 모델</vt:lpstr>
      <vt:lpstr>나이브 베이지안 분류 모델</vt:lpstr>
      <vt:lpstr>나이브 베이지안 분류 모델</vt:lpstr>
      <vt:lpstr>나이브 베이지안 분류 모델</vt:lpstr>
      <vt:lpstr>나이브 베이지안 분류 모델</vt:lpstr>
      <vt:lpstr>라플라스 보정</vt:lpstr>
      <vt:lpstr>베이지안 분류 모델 장단점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8</cp:revision>
  <dcterms:created xsi:type="dcterms:W3CDTF">2025-03-09T02:43:38Z</dcterms:created>
  <dcterms:modified xsi:type="dcterms:W3CDTF">2025-03-16T10:11:38Z</dcterms:modified>
</cp:coreProperties>
</file>