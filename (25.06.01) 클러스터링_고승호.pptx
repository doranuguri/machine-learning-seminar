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306" r:id="rId3"/>
    <p:sldId id="307" r:id="rId4"/>
    <p:sldId id="258" r:id="rId5"/>
    <p:sldId id="257" r:id="rId6"/>
    <p:sldId id="259" r:id="rId7"/>
    <p:sldId id="261" r:id="rId8"/>
    <p:sldId id="260" r:id="rId9"/>
    <p:sldId id="263" r:id="rId10"/>
    <p:sldId id="308" r:id="rId11"/>
    <p:sldId id="265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9" r:id="rId20"/>
    <p:sldId id="282" r:id="rId21"/>
    <p:sldId id="283" r:id="rId22"/>
    <p:sldId id="278" r:id="rId23"/>
    <p:sldId id="284" r:id="rId24"/>
    <p:sldId id="289" r:id="rId25"/>
    <p:sldId id="290" r:id="rId26"/>
    <p:sldId id="292" r:id="rId27"/>
    <p:sldId id="293" r:id="rId28"/>
    <p:sldId id="294" r:id="rId29"/>
    <p:sldId id="295" r:id="rId30"/>
    <p:sldId id="297" r:id="rId31"/>
    <p:sldId id="296" r:id="rId32"/>
    <p:sldId id="300" r:id="rId33"/>
    <p:sldId id="298" r:id="rId34"/>
    <p:sldId id="301" r:id="rId35"/>
    <p:sldId id="302" r:id="rId36"/>
    <p:sldId id="305" r:id="rId37"/>
    <p:sldId id="303" r:id="rId38"/>
    <p:sldId id="304" r:id="rId39"/>
    <p:sldId id="309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09:41:46.669"/>
    </inkml:context>
    <inkml:brush xml:id="br0">
      <inkml:brushProperty name="width" value="0.1" units="cm"/>
      <inkml:brushProperty name="height" value="0.1" units="cm"/>
      <inkml:brushProperty name="color" value="#86EAE0"/>
    </inkml:brush>
  </inkml:definitions>
  <inkml:trace contextRef="#ctx0" brushRef="#br0">39 1 24575,'-2'0'0,"1"0"0,0 0 0,0 1 0,0-1 0,0 0 0,0 1 0,-1-1 0,1 1 0,0-1 0,0 1 0,0 0 0,0-1 0,0 1 0,1 0 0,-1 0 0,0 0 0,0-1 0,0 1 0,1 0 0,-1 0 0,0 0 0,1 0 0,-1 0 0,0 3 0,1-4 0,-1 1 0,1 0 0,0 0 0,-1 0 0,1-1 0,0 1 0,0 0 0,0 0 0,0 0 0,0 0 0,0 0 0,0-1 0,0 1 0,0 0 0,1 0 0,-1 0 0,0 0 0,0-1 0,1 1 0,-1 0 0,0 0 0,1-1 0,-1 1 0,1 0 0,-1-1 0,1 1 0,-1 0 0,1-1 0,0 1 0,-1-1 0,1 1 0,0-1 0,-1 1 0,1-1 0,1 1 0,4 1 0,-1-1 0,1 1 0,0-1 0,0 0 0,0-1 0,0 0 0,7 0 0,-12 0 0,-1 0 0,0 0 0,0 0 0,0 0 0,0 0 0,-1 0 0,1 0 0,0 0 0,0 0 0,0 0 0,0 0 0,0 0 0,0 0 0,0 0 0,0 0 0,0 0 0,0-1 0,0 1 0,0 0 0,0 0 0,0 0 0,0 0 0,0 0 0,0 0 0,0 0 0,0 0 0,0 0 0,0 0 0,0 0 0,0 0 0,0 0 0,0 0 0,0 0 0,0 0 0,0 0 0,0 0 0,0-1 0,0 1 0,0 0 0,0 0 0,0 0 0,0 0 0,0 0 0,0 0 0,0 0 0,0 0 0,0 0 0,0 0 0,-10-5 0,-15-2 0,24 6 0,-1 1 0,0-1 0,0 1 0,1 0 0,-1-1 0,0 1 0,0 0 0,0 0 0,1 0 0,-1 0 0,0 1 0,0-1 0,1 0 0,-1 1 0,0-1 0,0 1 0,-2 1 0,6 0 0,1 0 0,-1 0 0,1 0 0,-1-1 0,1 1 0,0-1 0,4 2 0,-2 0 0,13 8 0,1-1 0,0-1 0,22 8 0,-30-13 0,0-1 0,0 0 0,0-1 0,1-1 0,-1 1 0,0-2 0,18 0 0,-27-1 0,0 1 0,-1 0 0,1 0 0,-1 0 0,1-1 0,-1 1 0,1-1 0,-1 1 0,1-1 0,-1 0 0,0 0 0,3-1 0,-4 2 0,1-1 0,-1 1 0,0-1 0,1 1 0,-1-1 0,0 1 0,1-1 0,-1 1 0,0-1 0,1 0 0,-1 1 0,0-1 0,0 1 0,0-1 0,0 0 0,0 1 0,0-1 0,1 0 0,-2 1 0,1-1 0,0 0 0,0-2 0,-1 1 0,0 0 0,0 0 0,0 0 0,0 0 0,0 0 0,-1 0 0,1 0 0,0 1 0,-1-1 0,0 0 0,1 1 0,-1-1 0,0 1 0,-2-2 0,0 0 0,0 1 0,-1 0 0,1-1 0,-1 1 0,0 1 0,1-1 0,-1 1 0,0 0 0,0 0 0,-6 0 0,9 0 0,1 1 0,-1 0 0,0 0 0,0 0 0,0 1 0,0-1 0,1 0 0,-1 0 0,0 1 0,0 0 0,1-1 0,-1 1 0,0 0 0,1 0 0,-1-1 0,1 1 0,-1 0 0,1 1 0,-1-1 0,1 0 0,0 0 0,-1 1 0,1-1 0,0 1 0,0-1 0,0 1 0,0-1 0,0 1 0,-1 2 0,-1 9 0,1 0 0,0 0 0,1 0 0,0-1 0,1 1 0,1 0 0,0 0 0,0 0 0,5 14 0,-5-22 0,1-1 0,-1 0 0,1-1 0,0 1 0,1 0 0,-1 0 0,5 5 0,-6-9 0,-1 1 0,0-1 0,1 1 0,-1-1 0,1 1 0,0-1 0,-1 1 0,1-1 0,-1 0 0,1 1 0,0-1 0,-1 0 0,1 0 0,0 1 0,-1-1 0,1 0 0,0 0 0,-1 0 0,1 0 0,1 0 0,-1 0 0,0 0 0,-1-1 0,1 1 0,0-1 0,-1 0 0,1 1 0,0-1 0,-1 1 0,1-1 0,-1 0 0,1 0 0,-1 1 0,1-1 0,-1 0 0,0 0 0,1 1 0,-1-1 0,0 0 0,0 0 0,1 0 0,-1 0 0,0-1 0,2-6 0,-1 1 0,0-1 0,0 0 0,-1-1 0,1 1 0,-2 0 0,-1-13 0,2 19 0,-1-1 0,0 1 0,1-1 0,-1 1 0,0-1 0,0 1 0,0-1 0,-1 1 0,1 0 0,0 0 0,-1 0 0,0-1 0,1 1 0,-1 1 0,0-1 0,0 0 0,0 0 0,0 1 0,0-1 0,-1 1 0,1 0 0,0-1 0,-1 1 0,1 0 0,-1 0 0,-4 0 0,-4-1 0,0 0 0,0 1 0,-1 1 0,1 0 0,0 1 0,0 0 0,-1 0 0,-17 6 0,28-6 0,-1 0 0,0 0 0,1 0 0,0 0 0,-1 0 0,1 1 0,0-1 0,-1 0 0,1 1 0,0-1 0,0 1 0,0 0 0,0-1 0,0 1 0,1 0 0,-1-1 0,0 1 0,1 0 0,-1 0 0,1 0 0,0-1 0,-1 3 0,1 6 0,-1 1 0,3 18 0,-1-14 0,-1-8 0,0 0 0,1 0 0,0 0 0,1-1 0,0 1 0,0 0 0,3 7 0,-4-12 0,-1-1 0,1 1 0,0-1 0,0 0 0,0 1 0,0-1 0,0 0 0,0 1 0,0-1 0,0 0 0,0 0 0,1 0 0,-1 0 0,0 0 0,1 0 0,-1 0 0,1-1 0,-1 1 0,1-1 0,-1 1 0,1-1 0,-1 1 0,1-1 0,0 0 0,-1 1 0,1-1 0,0 0 0,-1 0 0,1 0 0,-1-1 0,1 1 0,0 0 0,-1-1 0,1 1 0,-1-1 0,3 0 0,-3 0 0,1 0 0,0 0 0,-1-1 0,1 1 0,-1 0 0,1-1 0,-1 1 0,0-1 0,1 1 0,-1-1 0,0 0 0,0 1 0,0-1 0,0 0 0,-1 0 0,1 0 0,0 0 0,-1 0 0,1 0 0,-1 0 0,0-3 0,2-50 0,-2 44 0,-1 3 0,2 0 0,-2-1 0,1 0 0,-4-16 0,3 23 0,1 0 0,-1 0 0,0 0 0,0 0 0,0 0 0,0 0 0,0 0 0,0 0 0,0 1 0,0-1 0,-1 0 0,1 1 0,-1-1 0,1 1 0,-1 0 0,0-1 0,1 1 0,-1 0 0,0 0 0,0 0 0,-3-1 0,4 2 0,0 0 0,0-1 0,0 1 0,0 0 0,0 0 0,0 0 0,0 0 0,0 0 0,0 0 0,0 1 0,0-1 0,0 0 0,0 0 0,0 1 0,0-1 0,1 1 0,-1-1 0,0 1 0,0-1 0,0 1 0,0-1 0,0 1 0,1 0 0,-1-1 0,0 1 0,1 0 0,-1 0 0,0-1 0,1 1 0,-1 0 0,1 0 0,-1 0 0,1 0 0,0 0 0,-1 0 0,1 0 0,0 0 0,0 0 0,-1 2 0,-1 5 0,1 1 0,-1 0 0,1 12 0,1-17 0,-1 7 0,1-1 0,0 0 0,1 0 0,0 1 0,0-1 0,1 0 0,3 10 0,-2-13 0,0 0 0,1 0 0,0 0 0,0 0 0,0-1 0,0 0 0,1 0 0,0 0 0,1 0 0,5 4 0,-8-7 0,0 0 0,0-1 0,0 0 0,0 0 0,0 1 0,0-2 0,1 1 0,-1 0 0,0-1 0,8 2 0,-9-2 0,0-1 0,-1-1 0,1 1 0,0 0 0,0 0 0,0-1 0,0 1 0,-1-1 0,1 1 0,0-1 0,-1 0 0,1 0 0,0 1 0,-1-1 0,1-1 0,-1 1 0,1 0 0,-1 0 0,0 0 0,1-1 0,-1 1 0,0-1 0,2-2 0,25-41 0,-24 36 0,1 0 0,0 0 0,1 1 0,0 0 0,13-14 0,-17 21 0,0-1 0,0 1 0,1 0 0,-1 0 0,0 0 0,1 0 0,-1 0 0,0 0 0,1 1 0,-1-1 0,1 1 0,-1-1 0,1 1 0,0 0 0,-1 0 0,1 0 0,-1 1 0,1-1 0,-1 1 0,1-1 0,-1 1 0,1 0 0,-1 0 0,0 0 0,1 0 0,-1 0 0,0 0 0,0 1 0,0-1 0,0 1 0,0 0 0,0-1 0,0 1 0,-1 0 0,1 0 0,-1 0 0,1 0 0,-1 0 0,0 1 0,0-1 0,0 0 0,0 1 0,1 2 0,1 18 0,-2 0 0,-1 0 0,0 0 0,-5 24 0,4-41 0,0 1 0,0-1 0,-1 1 0,0-1 0,0 0 0,-1 0 0,0 0 0,0 0 0,0 0 0,-1 0 0,0-1 0,0 0 0,0 1 0,0-2 0,-1 1 0,0 0 0,-9 6 0,5-5 0,0-1 0,0 0 0,-1 0 0,1-1 0,-1 0 0,0-1 0,0 0 0,0 0 0,-1-1 0,-14 1 0,12-2 0,4 0 0,0 0 0,0 0 0,0-1 0,-1 0 0,1-1 0,0 0 0,-14-4 0,21 4 0,0 0 0,1-1 0,-1 1 0,0-1 0,1 1 0,-1-1 0,1 0 0,0 1 0,-1-1 0,1 0 0,0 0 0,0 0 0,0 0 0,1 0 0,-1 0 0,0 0 0,0-4 0,-7-43 0,6 37 0,1 7 0,1 0 0,-1 0 0,1-1 0,0 1 0,0 0 0,1 0 0,-1 0 0,1 0 0,1-1 0,-1 1 0,4-8 0,-3 9 0,0 1 0,0 0 0,1 0 0,-1 0 0,1 0 0,0 0 0,0 0 0,0 1 0,0-1 0,0 1 0,1 0 0,-1 0 0,1 0 0,-1 1 0,1-1 0,4-1 0,9-2 0,-1-1 0,1 2 0,1 0 0,18-1 0,-30 5 0,0-1 0,0 1 0,0 0 0,0 1 0,-1 0 0,1 0 0,0 0 0,0 0 0,0 1 0,-1 0 0,1 0 0,-1 1 0,1-1 0,-1 1 0,8 6 0,-10-6 0,-1-1 0,0 1 0,0-1 0,0 1 0,0 0 0,-1 0 0,1 0 0,-1 0 0,1 0 0,-1 1 0,0-1 0,0 0 0,-1 1 0,1-1 0,-1 0 0,1 1 0,-1-1 0,0 1 0,0-1 0,-1 0 0,1 1 0,-1-1 0,0 0 0,0 1 0,0-1 0,-2 5 0,1-3 0,1-1 0,-1 0 0,0 0 0,0 0 0,0 0 0,-1 0 0,0-1 0,0 1 0,0-1 0,0 1 0,0-1 0,0 0 0,-1-1 0,1 1 0,-1 0 0,0-1 0,0 0 0,0 0 0,-8 3 0,-8 0 0,14-3 0,0 0 0,-1 0 0,1-1 0,-1 0 0,-10 0 0,16-1 0,-1 0 0,1 0 0,-1 0 0,1-1 0,0 1 0,0-1 0,-1 1 0,1-1 0,0 1 0,0-1 0,-1 1 0,1-1 0,0 0 0,0 0 0,0 0 0,0 1 0,0-1 0,0 0 0,0-1 0,0 1 0,1 0 0,-1 0 0,0 0 0,0 0 0,1 0 0,-1-1 0,1 1 0,-1 0 0,1-1 0,0 1 0,0 0 0,-1-2 0,-1-20 0,0-1 0,2 1 0,2-30 0,1-7 0,-3 31 0,1 7 0,-5-39 0,3 54 0,0 0 0,-1 0 0,0 0 0,0 1 0,0-1 0,-1 1 0,0-1 0,0 1 0,-8-10 0,6 10 0,-10-15 0,15 20 0,-1 1 0,1-1 0,-1 0 0,1 1 0,0-1 0,-1 0 0,1 0 0,0 1 0,-1-1 0,1 0 0,0 0 0,0 0 0,0 1 0,0-1 0,0 0 0,0 0 0,0 0 0,0 1 0,0-1 0,0 0 0,1 0 0,-1 0 0,0 1 0,1-2 0,-1 1 0,1 1 0,-1 0 0,1 0 0,-1-1 0,1 1 0,-1 0 0,1 0 0,-1 0 0,1-1 0,-1 1 0,1 0 0,0 0 0,-1 0 0,1 0 0,-1 0 0,1 0 0,-1 0 0,1 0 0,-1 0 0,1 1 0,-1-1 0,1 0 0,-1 0 0,1 0 0,-1 1 0,1-1 0,-1 0 0,1 0 0,-1 1 0,1-1 0,-1 0 0,0 1 0,1-1 0,-1 1 0,1 0 0,15 15 0,-1 5 0,0 0 0,-2 1 0,0 0 0,-1 1 0,-2 1 0,12 36 0,-16-28 268,-6-27-404,1-1 0,-1 0 0,1 0 0,0 0 0,0 1 0,0-1 0,1 0-1,0 0 1,-1-1 0,1 1 0,5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09:42:00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22 24575,'13'-1'0,"-1"0"0,25-6 0,-24 4 0,1 0 0,17 0 0,-6 2 0,-15-1 0,0 2 0,0-1 0,1 1 0,-1 1 0,0 0 0,0 1 0,11 2 0,-19-3 0,-1 0 0,1 0 0,-1 0 0,1 1 0,-1-1 0,1 0 0,-1 1 0,0-1 0,1 1 0,-1-1 0,0 1 0,0 0 0,0 0 0,0-1 0,-1 1 0,1 0 0,0 0 0,-1 0 0,1 0 0,-1 0 0,0 0 0,0 4 0,1 6 0,-1 1 0,-2 19 0,1-14 0,1-13 0,0 1 0,0 0 0,-1 0 0,0-1 0,0 1 0,0 0 0,-1-1 0,1 0 0,-1 1 0,-1-1 0,1 0 0,-1 0 0,0 0 0,0 0 0,0 0 0,-1-1 0,0 1 0,0-1 0,-6 5 0,1 0 0,0-1 0,-1-1 0,0 1 0,-16 7 0,19-12 0,1 0 0,-1-1 0,-1 0 0,1 0 0,0 0 0,0-1 0,-1 0 0,-12 0 0,-27-2 0,36 1 0,34-1 0,18 0 0,-15 0 0,46 3 0,-66-1 0,1 0 0,0 0 0,-1 1 0,1-1 0,-1 1 0,1 1 0,-1 0 0,0 0 0,0 0 0,0 0 0,9 8 0,-11-7 0,-1 0 0,0 0 0,0 1 0,0-1 0,0 1 0,-1-1 0,0 1 0,0 0 0,0 0 0,-1 0 0,1 0 0,-1 0 0,0 7 0,1-3 0,-2 0 0,1 1 0,-1-1 0,0 1 0,-1-1 0,-3 14 0,3-20 0,1-1 0,-1 0 0,0 1 0,0-1 0,-1 0 0,1 0 0,0 0 0,-1 1 0,1-1 0,-1-1 0,0 1 0,0 0 0,0 0 0,1-1 0,-2 1 0,1-1 0,0 1 0,0-1 0,-4 2 0,-4 0 0,0 1 0,0-2 0,-17 3 0,-8 3 0,16-4 0,0-1 0,0 0 0,0-1 0,0-2 0,-1 0 0,-26-3 0,43 3-124,0-1 0,0 1 0,-1-1 0,1 0 0,0 0 0,0 0-1,0 0 1,0-1 0,0 1 0,-3-3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customXml" Target="../ink/ink2.xml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클러스터링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모두를 위한 </a:t>
            </a:r>
            <a:r>
              <a:rPr lang="ko-KR" altLang="en-US" sz="3200" dirty="0" err="1"/>
              <a:t>머신러닝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317123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지도학습과 비지도학습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600" y="1238716"/>
            <a:ext cx="8234800" cy="5117634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525779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지도학습과 비지도학습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416" y="1132175"/>
            <a:ext cx="8553167" cy="522417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 fontScale="90000"/>
          </a:bodyPr>
          <a:lstStyle/>
          <a:p>
            <a:r>
              <a:rPr lang="ko-KR" altLang="en-US" sz="3600" b="1" dirty="0"/>
              <a:t>지도학습과 비지도학습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 fontScale="90000"/>
          </a:bodyPr>
          <a:lstStyle/>
          <a:p>
            <a:r>
              <a:rPr lang="ko-KR" altLang="en-US" sz="3600" b="1" dirty="0"/>
              <a:t>지도학습과 비지도학습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25" y="1241139"/>
            <a:ext cx="8138913" cy="496439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246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4-6C1E-8F9C-CC94-A78D4A3E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FDB4-B626-1CBE-5224-6FA2048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152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1EB45-D75B-4BD1-E4D4-95C9998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09091C-8852-DF9C-AF5F-AF63D493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409374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K-Means Algorithm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43725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K-Means Algorithm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9145" y="1355076"/>
            <a:ext cx="8313709" cy="500127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32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K-Means Algorithm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0099" y="1355076"/>
            <a:ext cx="8311802" cy="5001274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6742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308" y="1239815"/>
            <a:ext cx="8591384" cy="5253059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4369" y="1250361"/>
            <a:ext cx="8303261" cy="5105989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3574" y="1261682"/>
            <a:ext cx="8284851" cy="5094668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7CD-EC5C-D85B-69BD-31E3448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1091E-4EEC-E7E2-3522-1B2531F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3BF4C-6E04-8080-3366-619C128A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0F7610-B09B-7B22-9C82-E4BE62D2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1579" y="1243118"/>
            <a:ext cx="8348841" cy="5113232"/>
          </a:xfrm>
        </p:spPr>
      </p:pic>
    </p:spTree>
    <p:extLst>
      <p:ext uri="{BB962C8B-B14F-4D97-AF65-F5344CB8AC3E}">
        <p14:creationId xmlns:p14="http://schemas.microsoft.com/office/powerpoint/2010/main" val="399362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4912EEE-0D33-2FE5-378B-4C2EEDAB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9931" y="1317648"/>
            <a:ext cx="9052137" cy="5038702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246908"/>
            <a:ext cx="8683966" cy="5109441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158C-E8F7-272B-2BD0-7D80ADF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6F4E7-E555-EC1C-4CE1-0CEF0D03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4573C-D050-5878-A3A5-CDDC5D7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4D8035E-8F1F-873D-C349-888B1204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914" y="1390400"/>
            <a:ext cx="8052171" cy="4965950"/>
          </a:xfrm>
        </p:spPr>
      </p:pic>
    </p:spTree>
    <p:extLst>
      <p:ext uri="{BB962C8B-B14F-4D97-AF65-F5344CB8AC3E}">
        <p14:creationId xmlns:p14="http://schemas.microsoft.com/office/powerpoint/2010/main" val="280952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8489" y="1355076"/>
            <a:ext cx="8195021" cy="5001274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6996" y="1233520"/>
            <a:ext cx="8458007" cy="5122830"/>
          </a:xfr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EA58-847A-849C-B884-EC3F76D7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13370-1092-45F0-6E5E-54DD6D4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28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5564-059E-D3F9-9FAD-2A8E8ACE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022130-135E-BF8E-170E-925A7637D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8593378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6530-1A3B-F6A6-90ED-D0149E60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9713-0F73-759E-B580-753D5E6F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221E97-F6EE-6C42-54D6-2EBA2124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A29407C-1764-D0F8-D058-4F772E4FB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97034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A477-4B19-7C72-E87F-19DC903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01B48-DCC1-C2C9-E19A-A9F9C225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7CEBA-7836-B12F-5F35-C041E59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F96BB67-1571-500F-1754-AD6FE7A5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6115289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9804-4D66-6C16-408A-73CB1171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0A5EF-1029-A7FE-2748-E52F19A9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3CF52-920F-8255-B559-3324BD34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0DF2668-B650-37F5-207A-16F08A59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058201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A61F-445C-3517-CE4A-66E31ED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B94A3-5C2A-D499-677C-83D36EAF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2A128-DE99-229A-8941-F938A5E8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51A07-7CE1-9CEA-5A5E-785FD6FAC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15400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5464-F179-5FEC-C5B2-E22C1C83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2AC43-4FD3-0064-4781-A1B18552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835EE-7C09-D38A-5604-967F2EAD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534FB92-C9D0-81D3-1396-6C94094DA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806419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0796-944C-E0E1-CBC2-87084B20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F6159-5F32-86EB-F56E-860AB651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2949F0-5A6B-404E-5034-ECD743AB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8DD59BA-E55C-5B9A-D539-C47CB351D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877572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FCA8-46C1-8131-2B66-221381F4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C149E-6582-9F21-EC8C-655D32D0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A0D4AF-65FB-7976-7806-21A5E601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962E06E-0BA7-79AE-18E0-CBB31E11A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5858095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E63B-B608-DAA6-8FEE-0F37F2C1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EBC22-2005-4D6B-6734-773FED82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42B3D1-3314-3B7A-185C-30A658AA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BADE5ED-4797-F096-24A5-A1571F618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869669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DB975-F772-5850-C942-B5D3138E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90FB6-ECE2-204B-53F1-524E7542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9E3F79-D429-2EFF-8B1F-C5A3E92E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9022F6B-F8D8-7657-BE64-DF2E3BFD0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783372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58A9-4538-E7BE-96A5-0B792550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12B7D-1290-6383-E40D-334017EB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8DAED-2C26-764A-2125-F4A6B5D5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DE6B749-CC23-12AB-7706-DD4F73123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5634627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998C-007C-B6BB-FF40-283CEF00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DFFB2-BC45-3E86-6598-38CD382F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25B29-9776-0030-4FA4-651DA60F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958ED3E-13A4-CA87-2601-CB28A5ED8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6007566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7827-EC0B-5EE9-D808-F11E8B9F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26CF6-13DF-24B6-5E30-99D05B14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CF95A-852F-2A8C-E747-73678B86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DAC3F4C-380C-B133-E2E3-3EC98C68D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B237292-41A8-A139-F3B9-586656FF2F56}"/>
                  </a:ext>
                </a:extLst>
              </p14:cNvPr>
              <p14:cNvContentPartPr/>
              <p14:nvPr/>
            </p14:nvContentPartPr>
            <p14:xfrm>
              <a:off x="4146944" y="4117719"/>
              <a:ext cx="120240" cy="2041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B237292-41A8-A139-F3B9-586656FF2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8944" y="4100079"/>
                <a:ext cx="1558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488E247-0895-765D-48E0-03A003EAF355}"/>
                  </a:ext>
                </a:extLst>
              </p14:cNvPr>
              <p14:cNvContentPartPr/>
              <p14:nvPr/>
            </p14:nvContentPartPr>
            <p14:xfrm>
              <a:off x="4171424" y="4152999"/>
              <a:ext cx="119160" cy="1994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488E247-0895-765D-48E0-03A003EAF3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62784" y="4143999"/>
                <a:ext cx="136800" cy="2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7580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5E1C-3E79-DA8C-8FCD-9161BB1D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45B4D-C18F-3161-E6C8-90A04210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2E772-717A-0B63-3ED6-032E905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DCC4E76-14FF-D5E2-253C-A50E5AE99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347919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026B-275B-30C3-1E4A-097AE0BE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E6EC2-2FA7-10B7-3A46-62DCBDCB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4F6D3-53D4-B526-8DF5-4FB662E0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23C341-DD36-7359-452C-0A3259378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828364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4578-E595-9AF2-2C39-861D5CA5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44A7A-FB8E-5A35-81BC-536F83CB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2CDEC-4305-D88B-610B-BF88A334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E05843-5418-1CBC-0E38-D8C89A7EC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840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165</Words>
  <Application>Microsoft Office PowerPoint</Application>
  <PresentationFormat>와이드스크린</PresentationFormat>
  <Paragraphs>109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7" baseType="lpstr">
      <vt:lpstr>맑은 고딕</vt:lpstr>
      <vt:lpstr>Arial</vt:lpstr>
      <vt:lpstr>Office 테마</vt:lpstr>
      <vt:lpstr>클러스터링</vt:lpstr>
      <vt:lpstr>지도학습과 비지도학습</vt:lpstr>
      <vt:lpstr>지도학습과 비지도학습</vt:lpstr>
      <vt:lpstr>지도학습과 비지도학습</vt:lpstr>
      <vt:lpstr>지도학습과 비지도학습</vt:lpstr>
      <vt:lpstr>클러스터링 적용</vt:lpstr>
      <vt:lpstr>클러스터링 적용</vt:lpstr>
      <vt:lpstr>클러스터링 적용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15</cp:revision>
  <dcterms:created xsi:type="dcterms:W3CDTF">2025-03-09T02:43:38Z</dcterms:created>
  <dcterms:modified xsi:type="dcterms:W3CDTF">2025-06-01T09:42:05Z</dcterms:modified>
</cp:coreProperties>
</file>