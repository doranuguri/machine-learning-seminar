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306" r:id="rId3"/>
    <p:sldId id="307" r:id="rId4"/>
    <p:sldId id="258" r:id="rId5"/>
    <p:sldId id="257" r:id="rId6"/>
    <p:sldId id="259" r:id="rId7"/>
    <p:sldId id="260" r:id="rId8"/>
    <p:sldId id="261" r:id="rId9"/>
    <p:sldId id="263" r:id="rId10"/>
    <p:sldId id="308" r:id="rId11"/>
    <p:sldId id="265" r:id="rId12"/>
    <p:sldId id="268" r:id="rId13"/>
    <p:sldId id="269" r:id="rId14"/>
    <p:sldId id="271" r:id="rId15"/>
    <p:sldId id="272" r:id="rId16"/>
    <p:sldId id="273" r:id="rId17"/>
    <p:sldId id="275" r:id="rId18"/>
    <p:sldId id="276" r:id="rId19"/>
    <p:sldId id="278" r:id="rId20"/>
    <p:sldId id="279" r:id="rId21"/>
    <p:sldId id="282" r:id="rId22"/>
    <p:sldId id="283" r:id="rId23"/>
    <p:sldId id="284" r:id="rId24"/>
    <p:sldId id="289" r:id="rId25"/>
    <p:sldId id="291" r:id="rId26"/>
    <p:sldId id="290" r:id="rId27"/>
    <p:sldId id="292" r:id="rId28"/>
    <p:sldId id="293" r:id="rId29"/>
    <p:sldId id="294" r:id="rId30"/>
    <p:sldId id="295" r:id="rId31"/>
    <p:sldId id="297" r:id="rId32"/>
    <p:sldId id="296" r:id="rId33"/>
    <p:sldId id="300" r:id="rId34"/>
    <p:sldId id="298" r:id="rId35"/>
    <p:sldId id="301" r:id="rId36"/>
    <p:sldId id="302" r:id="rId37"/>
    <p:sldId id="303" r:id="rId38"/>
    <p:sldId id="305" r:id="rId39"/>
    <p:sldId id="304" r:id="rId40"/>
    <p:sldId id="309" r:id="rId41"/>
    <p:sldId id="311" r:id="rId42"/>
    <p:sldId id="312" r:id="rId43"/>
    <p:sldId id="313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ko-KR" altLang="en-US" sz="7200" b="1" dirty="0"/>
              <a:t>기초 클러스터링</a:t>
            </a:r>
            <a:r>
              <a:rPr lang="en-US" altLang="ko-KR" sz="7200" b="1" dirty="0"/>
              <a:t>2</a:t>
            </a:r>
            <a:endParaRPr lang="ko-KR" altLang="en-US" sz="72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기계학습</a:t>
            </a:r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CE81-770D-09E6-E481-3B74406A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A6A77-BE27-F9BA-325A-8BBE9BE4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317123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고급 클러스터링 방법론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44115-271C-4880-B831-B9CA760F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274F0D8-6CDD-7DA9-50DF-3C9C9DA0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8600" y="1238716"/>
            <a:ext cx="8234800" cy="5117634"/>
          </a:xfrm>
        </p:spPr>
      </p:pic>
    </p:spTree>
    <p:extLst>
      <p:ext uri="{BB962C8B-B14F-4D97-AF65-F5344CB8AC3E}">
        <p14:creationId xmlns:p14="http://schemas.microsoft.com/office/powerpoint/2010/main" val="380519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953D-6E52-95FD-B08E-2B6058F4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C5B08-CF53-22D3-0EF7-FFEE0CAA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525779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그리드 기반 클러스터링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5EE6F-D5D0-722F-4983-7BBDE75E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532969D-C319-3A13-2CD5-4F87FCDBA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416" y="1132175"/>
            <a:ext cx="8553167" cy="5224175"/>
          </a:xfrm>
        </p:spPr>
      </p:pic>
    </p:spTree>
    <p:extLst>
      <p:ext uri="{BB962C8B-B14F-4D97-AF65-F5344CB8AC3E}">
        <p14:creationId xmlns:p14="http://schemas.microsoft.com/office/powerpoint/2010/main" val="24638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E2F9-FEF6-5215-BBEE-6737A505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CF5EB-AE97-FED1-7854-1D85BBF8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 fontScale="90000"/>
          </a:bodyPr>
          <a:lstStyle/>
          <a:p>
            <a:r>
              <a:rPr lang="ko-KR" altLang="en-US" sz="3600" b="1" dirty="0"/>
              <a:t>그리드 기반 클러스터링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42E62-B9D8-0590-5242-78D24A55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5AF58FA-8A1A-6FCA-BF30-C3611F12D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320" y="1355076"/>
            <a:ext cx="8067360" cy="4933374"/>
          </a:xfrm>
        </p:spPr>
      </p:pic>
    </p:spTree>
    <p:extLst>
      <p:ext uri="{BB962C8B-B14F-4D97-AF65-F5344CB8AC3E}">
        <p14:creationId xmlns:p14="http://schemas.microsoft.com/office/powerpoint/2010/main" val="237643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030AD-3597-E906-F9FC-E1D4C51A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STING </a:t>
            </a:r>
            <a:r>
              <a:rPr lang="ko-KR" altLang="en-US" sz="3600" b="1" dirty="0"/>
              <a:t>알고리즘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9F46B9D-3B73-2944-30C3-F96C3291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640" y="1355076"/>
            <a:ext cx="8226720" cy="489248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1E711-0927-23B4-EC72-789B31EA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01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607F-B71F-45D8-1673-CAEE5F9E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77291-5808-6CE5-D1F4-9B8B0907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STING </a:t>
            </a:r>
            <a:r>
              <a:rPr lang="ko-KR" altLang="en-US" sz="36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844E5-CD00-151C-242D-4F063B5C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9FE7DB1-F6FB-3FB5-ECFB-69DC8AD1C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25" y="1241139"/>
            <a:ext cx="8138913" cy="4964399"/>
          </a:xfrm>
        </p:spPr>
      </p:pic>
    </p:spTree>
    <p:extLst>
      <p:ext uri="{BB962C8B-B14F-4D97-AF65-F5344CB8AC3E}">
        <p14:creationId xmlns:p14="http://schemas.microsoft.com/office/powerpoint/2010/main" val="3225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5657-4508-C30D-79EA-D0E40E48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6AB69-1000-C5F0-38CA-A980595E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4837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STING </a:t>
            </a:r>
            <a:r>
              <a:rPr lang="ko-KR" altLang="en-US" sz="36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E693A-CE10-1A55-05F9-0302F9CF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DA457D74-14C0-C597-EABE-595A45C7E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6957" y="1185930"/>
            <a:ext cx="8858085" cy="5352982"/>
          </a:xfrm>
        </p:spPr>
      </p:pic>
    </p:spTree>
    <p:extLst>
      <p:ext uri="{BB962C8B-B14F-4D97-AF65-F5344CB8AC3E}">
        <p14:creationId xmlns:p14="http://schemas.microsoft.com/office/powerpoint/2010/main" val="110555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C5E4-CC8F-97B6-BA88-A2D25D40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2271E-0EF4-498D-7388-0F09618E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41972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STING </a:t>
            </a:r>
            <a:r>
              <a:rPr lang="ko-KR" altLang="en-US" sz="36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2FA8EC-55AD-B02C-4E24-D6ACDB41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AE11611-17A3-CA89-7091-6531AB187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1016" y="1109871"/>
            <a:ext cx="8669968" cy="5246479"/>
          </a:xfrm>
        </p:spPr>
      </p:pic>
    </p:spTree>
    <p:extLst>
      <p:ext uri="{BB962C8B-B14F-4D97-AF65-F5344CB8AC3E}">
        <p14:creationId xmlns:p14="http://schemas.microsoft.com/office/powerpoint/2010/main" val="135732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4AAF-AAA7-76E2-331E-BA816003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85B20-45F9-D25F-AB31-B01462C5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2467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STING </a:t>
            </a:r>
            <a:r>
              <a:rPr lang="ko-KR" altLang="en-US" sz="36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8E3D2-56F3-A772-2DB0-DBBC0E88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BD0F22B-1223-19BD-473D-E6AE16EA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247602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7DB4-6C1E-8F9C-CC94-A78D4A3E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4FDB4-B626-1CBE-5224-6FA2048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31520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STING </a:t>
            </a:r>
            <a:r>
              <a:rPr lang="ko-KR" altLang="en-US" sz="36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71EB45-D75B-4BD1-E4D4-95C9998D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A09091C-8852-DF9C-AF5F-AF63D4938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409374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78EF-4A15-722F-6D02-7364F502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75D53-CE5D-B938-9496-416A6D39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24750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STING </a:t>
            </a:r>
            <a:r>
              <a:rPr lang="ko-KR" altLang="en-US" sz="40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05DFB9-8B49-849B-2519-E2F427A5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121CE75-8BD4-71D3-F4E5-FEABE0C0C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861" y="1172772"/>
            <a:ext cx="8520278" cy="5061341"/>
          </a:xfrm>
        </p:spPr>
      </p:pic>
    </p:spTree>
    <p:extLst>
      <p:ext uri="{BB962C8B-B14F-4D97-AF65-F5344CB8AC3E}">
        <p14:creationId xmlns:p14="http://schemas.microsoft.com/office/powerpoint/2010/main" val="3533355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495F-00C0-396E-371C-3704E1E7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A812E-7376-7C75-8E1D-C4FA63A8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43725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CLIQUE </a:t>
            </a:r>
            <a:r>
              <a:rPr lang="ko-KR" altLang="en-US" sz="40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6A9C3-E528-CF9A-C24B-CF1E17F2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3A4A5A5-1109-6622-3441-7E7C0E90D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9923" y="1081466"/>
            <a:ext cx="8592153" cy="5274884"/>
          </a:xfrm>
        </p:spPr>
      </p:pic>
    </p:spTree>
    <p:extLst>
      <p:ext uri="{BB962C8B-B14F-4D97-AF65-F5344CB8AC3E}">
        <p14:creationId xmlns:p14="http://schemas.microsoft.com/office/powerpoint/2010/main" val="284389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1A83-65E5-9FF9-95C6-17319F2C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52B94-2729-8075-C8DB-386E63F8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53250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CLIQUE </a:t>
            </a:r>
            <a:r>
              <a:rPr lang="ko-KR" altLang="en-US" sz="40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A8F9E-9664-1B2E-FADE-DDE38882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4D568D-F6A0-92AC-6308-3FE394142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7062" y="1123527"/>
            <a:ext cx="8477876" cy="5232823"/>
          </a:xfrm>
        </p:spPr>
      </p:pic>
    </p:spTree>
    <p:extLst>
      <p:ext uri="{BB962C8B-B14F-4D97-AF65-F5344CB8AC3E}">
        <p14:creationId xmlns:p14="http://schemas.microsoft.com/office/powerpoint/2010/main" val="362816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FE51-D743-B9D3-4933-968E4A08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4BAF4-6503-6F2D-6FD1-E46C0A72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6742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CLIQUE </a:t>
            </a:r>
            <a:r>
              <a:rPr lang="ko-KR" altLang="en-US" sz="36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76BC1-05A0-C41A-5524-6EB03AC6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75573FA-1B89-2E0A-7888-B7895B255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7945" y="1102411"/>
            <a:ext cx="8816109" cy="5390463"/>
          </a:xfrm>
        </p:spPr>
      </p:pic>
    </p:spTree>
    <p:extLst>
      <p:ext uri="{BB962C8B-B14F-4D97-AF65-F5344CB8AC3E}">
        <p14:creationId xmlns:p14="http://schemas.microsoft.com/office/powerpoint/2010/main" val="93861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0A04-7D32-ECD0-A486-FF694A87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1AABC-609A-3EE4-F005-869659DC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CLIQUE </a:t>
            </a:r>
            <a:r>
              <a:rPr lang="ko-KR" altLang="en-US" sz="36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876A5-5EBF-4370-CD09-762239B4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E316FA3-F885-E198-D546-4BFABC5E8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6157" y="1250156"/>
            <a:ext cx="8439686" cy="4993482"/>
          </a:xfrm>
        </p:spPr>
      </p:pic>
    </p:spTree>
    <p:extLst>
      <p:ext uri="{BB962C8B-B14F-4D97-AF65-F5344CB8AC3E}">
        <p14:creationId xmlns:p14="http://schemas.microsoft.com/office/powerpoint/2010/main" val="265749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7B0F-2400-2F37-9C5B-DA93C866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F7DA1-A647-45A6-5AC5-58FC39878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CLIQUE </a:t>
            </a:r>
            <a:r>
              <a:rPr lang="ko-KR" altLang="en-US" sz="3600" b="1" dirty="0"/>
              <a:t>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F77B1-079A-847E-E932-65F3E8D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7DB65A2-140A-0A82-FD1F-3EE1D728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800621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F615-A6A0-5CC8-CBA7-36A0ACD2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7F057-EB04-7829-53ED-5627344C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퍼지 클러스터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74F7F5-FCCE-116E-C719-777429F2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BC7629-106A-9957-8365-2F3DAC166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1178394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47CD-EC5C-D85B-69BD-31E3448C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1091E-4EEC-E7E2-3522-1B2531FB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퍼지 클러스터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3BF4C-6E04-8080-3366-619C128A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D0F7610-B09B-7B22-9C82-E4BE62D28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1393" y="1193894"/>
            <a:ext cx="8429213" cy="5162456"/>
          </a:xfrm>
        </p:spPr>
      </p:pic>
    </p:spTree>
    <p:extLst>
      <p:ext uri="{BB962C8B-B14F-4D97-AF65-F5344CB8AC3E}">
        <p14:creationId xmlns:p14="http://schemas.microsoft.com/office/powerpoint/2010/main" val="399362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1C9B-4E69-3181-639C-EF409D76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321F4-20AF-BC98-FA8D-33226FD8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퍼지 클러스터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108A4-18BD-861B-255D-0288AD04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36C485E-1000-69CB-6721-94514D57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4441" y="1127871"/>
            <a:ext cx="8583118" cy="5171329"/>
          </a:xfrm>
        </p:spPr>
      </p:pic>
    </p:spTree>
    <p:extLst>
      <p:ext uri="{BB962C8B-B14F-4D97-AF65-F5344CB8AC3E}">
        <p14:creationId xmlns:p14="http://schemas.microsoft.com/office/powerpoint/2010/main" val="1727876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25FB-118D-AA38-C7A6-D206123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AFA8-2B93-4589-2C59-F2EDC1FA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퍼지 클러스터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FCDED-6E2A-2D19-CE98-E8EAA0CC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A4912EEE-0D33-2FE5-378B-4C2EEDABC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9931" y="1317648"/>
            <a:ext cx="9052137" cy="5038702"/>
          </a:xfrm>
        </p:spPr>
      </p:pic>
    </p:spTree>
    <p:extLst>
      <p:ext uri="{BB962C8B-B14F-4D97-AF65-F5344CB8AC3E}">
        <p14:creationId xmlns:p14="http://schemas.microsoft.com/office/powerpoint/2010/main" val="3815735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0A24-1A3A-C737-E79D-1EA5E2F2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D94BE-67C8-DE3F-92AD-DD6EB953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퍼지 클러스터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B2496-B569-F4A4-62D7-8034CDF8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BFEA95-C46B-DDEE-E587-B36C4D4AA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4017" y="1246908"/>
            <a:ext cx="8683966" cy="5109441"/>
          </a:xfrm>
        </p:spPr>
      </p:pic>
    </p:spTree>
    <p:extLst>
      <p:ext uri="{BB962C8B-B14F-4D97-AF65-F5344CB8AC3E}">
        <p14:creationId xmlns:p14="http://schemas.microsoft.com/office/powerpoint/2010/main" val="1754073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B63D-C1F9-5A61-AE7B-7991C445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48426-5135-D11B-F822-DB54B0D8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퍼지 클러스터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686FC-65D7-A20F-D99D-C5430C39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4B4F4EA-28A8-E289-7876-178EF9026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700" y="1231807"/>
            <a:ext cx="8226599" cy="5124543"/>
          </a:xfrm>
        </p:spPr>
      </p:pic>
    </p:spTree>
    <p:extLst>
      <p:ext uri="{BB962C8B-B14F-4D97-AF65-F5344CB8AC3E}">
        <p14:creationId xmlns:p14="http://schemas.microsoft.com/office/powerpoint/2010/main" val="24558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3547-E79E-0B11-528A-CF136221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6D81A-35D6-DE60-A50C-BD195C92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퍼지 클러스터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B279C-6A09-4CD3-EF14-C283430E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39A37B4-ABA3-1B3E-7C47-7C371069B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0050" y="1272476"/>
            <a:ext cx="8491900" cy="5083874"/>
          </a:xfrm>
        </p:spPr>
      </p:pic>
    </p:spTree>
    <p:extLst>
      <p:ext uri="{BB962C8B-B14F-4D97-AF65-F5344CB8AC3E}">
        <p14:creationId xmlns:p14="http://schemas.microsoft.com/office/powerpoint/2010/main" val="3182184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9158C-E8F7-272B-2BD0-7D80ADF8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6F4E7-E555-EC1C-4CE1-0CEF0D03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퍼지 클러스터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94573C-D050-5878-A3A5-CDDC5D7E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4D8035E-8F1F-873D-C349-888B1204B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9914" y="1390400"/>
            <a:ext cx="8052171" cy="4965950"/>
          </a:xfrm>
        </p:spPr>
      </p:pic>
    </p:spTree>
    <p:extLst>
      <p:ext uri="{BB962C8B-B14F-4D97-AF65-F5344CB8AC3E}">
        <p14:creationId xmlns:p14="http://schemas.microsoft.com/office/powerpoint/2010/main" val="2809523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7C9D-2E8C-3142-F038-DF397966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D2681-9457-9676-9589-987D79AE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혼합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A1F24-084D-F7C0-917A-445241BD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3E9CA65-0A40-ACD2-4DC2-B25B754D3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499052"/>
            <a:ext cx="4459098" cy="2713912"/>
          </a:xfrm>
        </p:spPr>
      </p:pic>
      <p:pic>
        <p:nvPicPr>
          <p:cNvPr id="5" name="그림 4" descr="텍스트, 폰트, 영수증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611F83-137B-D846-8DB9-023AEDEA3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126" y="2624478"/>
            <a:ext cx="5986174" cy="246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23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AB53-3223-4B73-FF9E-CF4CE5E0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E48FE-25B0-B593-248C-DC5D9266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혼합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AD247-AB35-9E56-8A37-2AC7619B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CE8642B-C974-F166-591A-AE6D7D803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1550075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3D5E-C4D1-CC6B-A773-A817715A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1B8F8-15F7-7B50-361B-A6909551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혼합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72012F-1002-8C5E-3968-8F675D51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4AE32F5-7F5B-684B-BC7F-7409AE4AC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49" y="1206089"/>
            <a:ext cx="8394301" cy="5150261"/>
          </a:xfrm>
        </p:spPr>
      </p:pic>
    </p:spTree>
    <p:extLst>
      <p:ext uri="{BB962C8B-B14F-4D97-AF65-F5344CB8AC3E}">
        <p14:creationId xmlns:p14="http://schemas.microsoft.com/office/powerpoint/2010/main" val="3387917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D343-ED05-A408-C3B8-FB38BE14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1A284-0B06-CE44-AA20-A46EF9E2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혼합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3035B4-6AE4-B736-580D-4601AE1F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DDBB591-E3EF-DEB8-C243-0898FC672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862" y="1253328"/>
            <a:ext cx="8252275" cy="5103022"/>
          </a:xfrm>
        </p:spPr>
      </p:pic>
    </p:spTree>
    <p:extLst>
      <p:ext uri="{BB962C8B-B14F-4D97-AF65-F5344CB8AC3E}">
        <p14:creationId xmlns:p14="http://schemas.microsoft.com/office/powerpoint/2010/main" val="752506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F805-8CE8-A1C0-F100-0DDA4448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6C8AE-4D41-8F23-A20D-88CB71E4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클러스터링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5F4C5F-2E8E-694E-2D71-5CC93F78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A607229-D307-BC23-8C1C-BC46D7F6C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2407" y="1042511"/>
            <a:ext cx="8707186" cy="5313839"/>
          </a:xfrm>
        </p:spPr>
      </p:pic>
    </p:spTree>
    <p:extLst>
      <p:ext uri="{BB962C8B-B14F-4D97-AF65-F5344CB8AC3E}">
        <p14:creationId xmlns:p14="http://schemas.microsoft.com/office/powerpoint/2010/main" val="1354327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FAF4-4E3D-702B-3FE7-8D5224FF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43CAC-EFA5-20C8-2D82-0096E0A4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클러스터링 경향성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9B9FD-9AE5-02D8-058F-9DF52773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EB5F46-75C9-4C24-C8CB-965ED3FF9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8117" y="1446212"/>
            <a:ext cx="7895765" cy="4910138"/>
          </a:xfrm>
        </p:spPr>
      </p:pic>
    </p:spTree>
    <p:extLst>
      <p:ext uri="{BB962C8B-B14F-4D97-AF65-F5344CB8AC3E}">
        <p14:creationId xmlns:p14="http://schemas.microsoft.com/office/powerpoint/2010/main" val="288342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910E-B929-9D0E-2CAE-85EB697A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4B861-5A50-FECA-A4F1-2343F548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클러스터링 경향성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A48DA-7483-8CAB-04D2-0F0B14FE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FFB4A5F-F10B-5399-8F90-1AF259945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5938" y="1135328"/>
            <a:ext cx="8620124" cy="5221021"/>
          </a:xfrm>
        </p:spPr>
      </p:pic>
    </p:spTree>
    <p:extLst>
      <p:ext uri="{BB962C8B-B14F-4D97-AF65-F5344CB8AC3E}">
        <p14:creationId xmlns:p14="http://schemas.microsoft.com/office/powerpoint/2010/main" val="1513150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8695-7A1F-9D73-C39E-A4E06E7B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B13A8-AE49-68E0-42FC-C6A5B2C4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클러스터링 경향성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07CD3-3546-2C38-3066-EBC89EAF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A83C5A-7210-1C97-BEB7-E664650AD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8726" y="1513530"/>
            <a:ext cx="7834547" cy="4842820"/>
          </a:xfrm>
        </p:spPr>
      </p:pic>
    </p:spTree>
    <p:extLst>
      <p:ext uri="{BB962C8B-B14F-4D97-AF65-F5344CB8AC3E}">
        <p14:creationId xmlns:p14="http://schemas.microsoft.com/office/powerpoint/2010/main" val="2115394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3D943-320B-A814-B981-E086F306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4A150-43F7-EA28-E053-3BEA0E12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개수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B482A-DCC6-3BC7-0859-2BD61BD1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2CEDEA50-E753-C977-0766-D08DD604C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692" y="1370012"/>
            <a:ext cx="8232615" cy="4986338"/>
          </a:xfrm>
        </p:spPr>
      </p:pic>
    </p:spTree>
    <p:extLst>
      <p:ext uri="{BB962C8B-B14F-4D97-AF65-F5344CB8AC3E}">
        <p14:creationId xmlns:p14="http://schemas.microsoft.com/office/powerpoint/2010/main" val="3813813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15E6-4FB3-4562-148F-CB64662E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71325-0628-A571-0379-0E7CA73D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개수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E6A29C-74F0-2117-7FDA-AD0A72C7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E7B31E-E2B0-7F99-F338-5B04417E2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1453" y="1417637"/>
            <a:ext cx="7989094" cy="4938713"/>
          </a:xfrm>
        </p:spPr>
      </p:pic>
    </p:spTree>
    <p:extLst>
      <p:ext uri="{BB962C8B-B14F-4D97-AF65-F5344CB8AC3E}">
        <p14:creationId xmlns:p14="http://schemas.microsoft.com/office/powerpoint/2010/main" val="1259627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8DE5-2675-0017-C93D-43F4F5C5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F2C4D-0005-1515-CEDE-4E7ADAA4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개수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3BE6-4D36-64A0-0704-8CDFDDC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436CF4F-2154-838B-0DFF-E304A295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7263" y="1205806"/>
            <a:ext cx="8377474" cy="5150544"/>
          </a:xfrm>
        </p:spPr>
      </p:pic>
    </p:spTree>
    <p:extLst>
      <p:ext uri="{BB962C8B-B14F-4D97-AF65-F5344CB8AC3E}">
        <p14:creationId xmlns:p14="http://schemas.microsoft.com/office/powerpoint/2010/main" val="610635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4DCF-BA4C-C289-8E38-7ADADFAA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2174B-ED46-D486-5CCB-FCA04D26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개수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3AAAB-E19B-AE0B-1993-CDD9100E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7522BD0-3B97-D92A-A2FA-9E5E7DCE4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0806" y="1193856"/>
            <a:ext cx="8330388" cy="5162494"/>
          </a:xfrm>
        </p:spPr>
      </p:pic>
    </p:spTree>
    <p:extLst>
      <p:ext uri="{BB962C8B-B14F-4D97-AF65-F5344CB8AC3E}">
        <p14:creationId xmlns:p14="http://schemas.microsoft.com/office/powerpoint/2010/main" val="3141339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EA5B-BE33-5959-B370-F1E077EA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BD3B5-50C7-2596-20C7-1E475EC0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개수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C4989-C2F1-9D01-3B42-BD3144A6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9D6C1AB-D21D-E8FB-447E-45378813B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2542695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5DF2-6EB1-2DD1-864B-F7FAA5BA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84E67-6056-22BB-167B-127E676A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품질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80A6C-56DD-8AC8-3B3A-5B8460FF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F79C440-3925-7C09-09F8-CB973E5B9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4993" y="1350962"/>
            <a:ext cx="8182014" cy="5005388"/>
          </a:xfrm>
        </p:spPr>
      </p:pic>
    </p:spTree>
    <p:extLst>
      <p:ext uri="{BB962C8B-B14F-4D97-AF65-F5344CB8AC3E}">
        <p14:creationId xmlns:p14="http://schemas.microsoft.com/office/powerpoint/2010/main" val="32224139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747D-F0CE-CC84-8CF5-A0FC174D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6B499-38E8-7756-3741-F2A37AA5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품질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F356A-0476-296A-3A7E-9E1430DD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73C782-8124-FE95-BE36-95145B6C1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138485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EA58-847A-849C-B884-EC3F76D7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13370-1092-45F0-6E5E-54DD6D4D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628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품질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55564-059E-D3F9-9FAD-2A8E8ACE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3022130-135E-BF8E-170E-925A7637D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859337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6530-1A3B-F6A6-90ED-D0149E60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E9713-0F73-759E-B580-753D5E6F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품질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221E97-F6EE-6C42-54D6-2EBA2124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A29407C-1764-D0F8-D058-4F772E4FB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7970348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AA477-4B19-7C72-E87F-19DC903C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01B48-DCC1-C2C9-E19A-A9F9C225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품질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87CEBA-7836-B12F-5F35-C041E599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F96BB67-1571-500F-1754-AD6FE7A5C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6115289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9804-4D66-6C16-408A-73CB1171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0A5EF-1029-A7FE-2748-E52F19A9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클러스터 품질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E3CF52-920F-8255-B559-3324BD34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0DF2668-B650-37F5-207A-16F08A595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05820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146</Words>
  <Application>Microsoft Office PowerPoint</Application>
  <PresentationFormat>와이드스크린</PresentationFormat>
  <Paragraphs>87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6" baseType="lpstr">
      <vt:lpstr>맑은 고딕</vt:lpstr>
      <vt:lpstr>Arial</vt:lpstr>
      <vt:lpstr>Office 테마</vt:lpstr>
      <vt:lpstr>기초 클러스터링2</vt:lpstr>
      <vt:lpstr>고급 클러스터링 방법론</vt:lpstr>
      <vt:lpstr>그리드 기반 클러스터링</vt:lpstr>
      <vt:lpstr>그리드 기반 클러스터링</vt:lpstr>
      <vt:lpstr>STING 알고리즘</vt:lpstr>
      <vt:lpstr>STING 알고리즘</vt:lpstr>
      <vt:lpstr>STING 알고리즘</vt:lpstr>
      <vt:lpstr>STING 알고리즘</vt:lpstr>
      <vt:lpstr>STING 알고리즘</vt:lpstr>
      <vt:lpstr>STING 알고리즘</vt:lpstr>
      <vt:lpstr>STING 알고리즘</vt:lpstr>
      <vt:lpstr>CLIQUE 알고리즘</vt:lpstr>
      <vt:lpstr>CLIQUE 알고리즘</vt:lpstr>
      <vt:lpstr>CLIQUE 알고리즘</vt:lpstr>
      <vt:lpstr>CLIQUE 알고리즘</vt:lpstr>
      <vt:lpstr>CLIQUE 알고리즘</vt:lpstr>
      <vt:lpstr>퍼지 클러스터</vt:lpstr>
      <vt:lpstr>퍼지 클러스터</vt:lpstr>
      <vt:lpstr>퍼지 클러스터</vt:lpstr>
      <vt:lpstr>퍼지 클러스터</vt:lpstr>
      <vt:lpstr>퍼지 클러스터</vt:lpstr>
      <vt:lpstr>퍼지 클러스터</vt:lpstr>
      <vt:lpstr>퍼지 클러스터</vt:lpstr>
      <vt:lpstr>퍼지 클러스터</vt:lpstr>
      <vt:lpstr>혼합 모델</vt:lpstr>
      <vt:lpstr>혼합 모델</vt:lpstr>
      <vt:lpstr>혼합 모델</vt:lpstr>
      <vt:lpstr>혼합 모델</vt:lpstr>
      <vt:lpstr>클러스터링 평가</vt:lpstr>
      <vt:lpstr>클러스터링 경향성</vt:lpstr>
      <vt:lpstr>클러스터링 경향성</vt:lpstr>
      <vt:lpstr>클러스터링 경향성</vt:lpstr>
      <vt:lpstr>클러스터 개수 결정</vt:lpstr>
      <vt:lpstr>클러스터 개수 결정</vt:lpstr>
      <vt:lpstr>클러스터 개수 결정</vt:lpstr>
      <vt:lpstr>클러스터 개수 결정</vt:lpstr>
      <vt:lpstr>클러스터 개수 결정</vt:lpstr>
      <vt:lpstr>클러스터 품질 측정</vt:lpstr>
      <vt:lpstr>클러스터 품질 측정</vt:lpstr>
      <vt:lpstr>클러스터 품질 측정</vt:lpstr>
      <vt:lpstr>클러스터 품질 측정</vt:lpstr>
      <vt:lpstr>클러스터 품질 측정</vt:lpstr>
      <vt:lpstr>클러스터 품질 측정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13</cp:revision>
  <dcterms:created xsi:type="dcterms:W3CDTF">2025-03-09T02:43:38Z</dcterms:created>
  <dcterms:modified xsi:type="dcterms:W3CDTF">2025-05-18T10:42:16Z</dcterms:modified>
</cp:coreProperties>
</file>