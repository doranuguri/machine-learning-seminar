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sldIdLst>
    <p:sldId id="256" r:id="rId2"/>
    <p:sldId id="306" r:id="rId3"/>
    <p:sldId id="307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308" r:id="rId13"/>
    <p:sldId id="265" r:id="rId14"/>
    <p:sldId id="268" r:id="rId15"/>
    <p:sldId id="269" r:id="rId16"/>
    <p:sldId id="271" r:id="rId17"/>
    <p:sldId id="270" r:id="rId18"/>
    <p:sldId id="272" r:id="rId19"/>
    <p:sldId id="273" r:id="rId20"/>
    <p:sldId id="309" r:id="rId21"/>
    <p:sldId id="275" r:id="rId22"/>
    <p:sldId id="278" r:id="rId23"/>
    <p:sldId id="279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0" r:id="rId32"/>
    <p:sldId id="291" r:id="rId33"/>
    <p:sldId id="312" r:id="rId34"/>
    <p:sldId id="313" r:id="rId35"/>
    <p:sldId id="314" r:id="rId36"/>
    <p:sldId id="315" r:id="rId37"/>
    <p:sldId id="316" r:id="rId38"/>
    <p:sldId id="317" r:id="rId39"/>
    <p:sldId id="310" r:id="rId40"/>
    <p:sldId id="319" r:id="rId41"/>
    <p:sldId id="311" r:id="rId42"/>
    <p:sldId id="320" r:id="rId43"/>
    <p:sldId id="322" r:id="rId44"/>
    <p:sldId id="323" r:id="rId45"/>
    <p:sldId id="324" r:id="rId46"/>
    <p:sldId id="325" r:id="rId47"/>
    <p:sldId id="326" r:id="rId48"/>
    <p:sldId id="329" r:id="rId49"/>
    <p:sldId id="327" r:id="rId50"/>
    <p:sldId id="328" r:id="rId5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>
        <p:scale>
          <a:sx n="66" d="100"/>
          <a:sy n="66" d="100"/>
        </p:scale>
        <p:origin x="6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3T10:27:49.18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21,'2'-2,"1"0,0 0,0 1,0 0,0 0,0-1,0 2,0-1,0 0,0 1,1-1,-1 1,6 0,-1 0,349-6,-225 7,439 8,37 1,350-10,-943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3T10:27:51.48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14,'92'1,"99"-3,-149-8,-30 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3T10:27:59.1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1,'59'0,"541"3,-3 21,67 2,-643-25,1 1,-1 1,31 8,-26-5,43 5,209-9,-145-3,-11 1,-106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23T10:28:01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1,'3'0,"7"0,5 0,2 3,3 1,-1 0,3-1,2-1,-2-1,-4 3,-1 0,-2 0,0-1,1-2,-3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customXml" Target="../ink/ink2.xm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customXml" Target="../ink/ink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ko-KR" altLang="en-US" sz="7200" b="1" dirty="0"/>
              <a:t>로지스틱 회귀</a:t>
            </a:r>
            <a:endParaRPr lang="ko-KR" altLang="en-US" sz="8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모두를 위한 </a:t>
            </a:r>
            <a:r>
              <a:rPr lang="ko-KR" altLang="en-US" sz="3200" dirty="0" err="1"/>
              <a:t>머신러닝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CE81-770D-09E6-E481-3B74406A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A6A77-BE27-F9BA-325A-8BBE9BE4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44115-271C-4880-B831-B9CA760F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274F0D8-6CDD-7DA9-50DF-3C9C9DA0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5789" y="1533525"/>
            <a:ext cx="7760422" cy="4822825"/>
          </a:xfrm>
        </p:spPr>
      </p:pic>
    </p:spTree>
    <p:extLst>
      <p:ext uri="{BB962C8B-B14F-4D97-AF65-F5344CB8AC3E}">
        <p14:creationId xmlns:p14="http://schemas.microsoft.com/office/powerpoint/2010/main" val="380519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953D-6E52-95FD-B08E-2B6058F4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C5B08-CF53-22D3-0EF7-FFEE0CAA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이진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5EE6F-D5D0-722F-4983-7BBDE75E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532969D-C319-3A13-2CD5-4F87FCDBA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7008" y="1556785"/>
            <a:ext cx="7857983" cy="4799565"/>
          </a:xfrm>
        </p:spPr>
      </p:pic>
    </p:spTree>
    <p:extLst>
      <p:ext uri="{BB962C8B-B14F-4D97-AF65-F5344CB8AC3E}">
        <p14:creationId xmlns:p14="http://schemas.microsoft.com/office/powerpoint/2010/main" val="24638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E2F9-FEF6-5215-BBEE-6737A505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CF5EB-AE97-FED1-7854-1D85BBF8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791325" cy="989950"/>
          </a:xfrm>
        </p:spPr>
        <p:txBody>
          <a:bodyPr>
            <a:noAutofit/>
          </a:bodyPr>
          <a:lstStyle/>
          <a:p>
            <a:r>
              <a:rPr lang="ko-KR" altLang="en-US" sz="3600" b="1" dirty="0"/>
              <a:t>선형회귀에서의 이진분류 적용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42E62-B9D8-0590-5242-78D24A55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5AF58FA-8A1A-6FCA-BF30-C3611F12D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320" y="1355076"/>
            <a:ext cx="8067360" cy="4933374"/>
          </a:xfrm>
        </p:spPr>
      </p:pic>
    </p:spTree>
    <p:extLst>
      <p:ext uri="{BB962C8B-B14F-4D97-AF65-F5344CB8AC3E}">
        <p14:creationId xmlns:p14="http://schemas.microsoft.com/office/powerpoint/2010/main" val="237643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9F46B9D-3B73-2944-30C3-F96C3291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640" y="1355076"/>
            <a:ext cx="8226720" cy="489248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1E711-0927-23B4-EC72-789B31EA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7D03E1B-0B29-A6E8-940A-55A430ED4B7C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6791325" cy="989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/>
              <a:t>선형회귀에서의 이진분류 적용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15401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607F-B71F-45D8-1673-CAEE5F9E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844E5-CD00-151C-242D-4F063B5C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9FE7DB1-F6FB-3FB5-ECFB-69DC8AD1C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4475" y="1143461"/>
            <a:ext cx="9163050" cy="5212889"/>
          </a:xfr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C4481A14-79EE-1E52-0602-DD8F05EB9C0C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6791325" cy="989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/>
              <a:t>선형회귀에서의 이진분류 적용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225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5657-4508-C30D-79EA-D0E40E48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E693A-CE10-1A55-05F9-0302F9CF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DA457D74-14C0-C597-EABE-595A45C7E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6957" y="1185930"/>
            <a:ext cx="8858085" cy="5352982"/>
          </a:xfr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49CBB2DE-A7A0-E39F-45A1-D64B405BF65F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6791325" cy="989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/>
              <a:t>선형회귀에서의 이진분류 적용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0555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C5E4-CC8F-97B6-BA88-A2D25D40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2FA8EC-55AD-B02C-4E24-D6ACDB41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AE11611-17A3-CA89-7091-6531AB187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1016" y="1109871"/>
            <a:ext cx="8669968" cy="5246479"/>
          </a:xfr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77249941-3325-693C-DFC1-11AF1949EA38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6791325" cy="989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/>
              <a:t>선형회귀에서의 이진분류 적용</a:t>
            </a:r>
          </a:p>
        </p:txBody>
      </p:sp>
    </p:spTree>
    <p:extLst>
      <p:ext uri="{BB962C8B-B14F-4D97-AF65-F5344CB8AC3E}">
        <p14:creationId xmlns:p14="http://schemas.microsoft.com/office/powerpoint/2010/main" val="135732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A0C1F-0E5D-4568-E3CC-73E0D26A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73229E-9EC6-69C6-E1C0-ED8A8A22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E5EEC30-F73B-C5CF-E5E8-559F6EBAD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2777" y="1150370"/>
            <a:ext cx="8506446" cy="5112318"/>
          </a:xfr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97DC0613-1D36-4668-9E06-83094D83ECD1}"/>
              </a:ext>
            </a:extLst>
          </p:cNvPr>
          <p:cNvSpPr txBox="1">
            <a:spLocks/>
          </p:cNvSpPr>
          <p:nvPr/>
        </p:nvSpPr>
        <p:spPr>
          <a:xfrm>
            <a:off x="838199" y="365126"/>
            <a:ext cx="6791325" cy="989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/>
              <a:t>선형회귀에서의 이진분류 적용</a:t>
            </a:r>
          </a:p>
        </p:txBody>
      </p:sp>
    </p:spTree>
    <p:extLst>
      <p:ext uri="{BB962C8B-B14F-4D97-AF65-F5344CB8AC3E}">
        <p14:creationId xmlns:p14="http://schemas.microsoft.com/office/powerpoint/2010/main" val="3359276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4AAF-AAA7-76E2-331E-BA816003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85B20-45F9-D25F-AB31-B01462C5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시그모이드</a:t>
            </a:r>
            <a:r>
              <a:rPr lang="ko-KR" altLang="en-US" sz="3600" b="1" dirty="0"/>
              <a:t> 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8E3D2-56F3-A772-2DB0-DBBC0E88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BD0F22B-1223-19BD-473D-E6AE16EA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247602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4F54-58A0-56B5-759A-281976BE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F138-686A-61D3-91BB-09534F84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013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시그모이드</a:t>
            </a:r>
            <a:r>
              <a:rPr lang="ko-KR" altLang="en-US" sz="3600" b="1" dirty="0"/>
              <a:t> 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FEF29-CC68-F590-4077-AE9E7B55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C094F26-429A-949A-AE0A-F3C87241E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6143" y="1284181"/>
            <a:ext cx="8239714" cy="5072169"/>
          </a:xfrm>
        </p:spPr>
      </p:pic>
    </p:spTree>
    <p:extLst>
      <p:ext uri="{BB962C8B-B14F-4D97-AF65-F5344CB8AC3E}">
        <p14:creationId xmlns:p14="http://schemas.microsoft.com/office/powerpoint/2010/main" val="1002920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AC98-CF2C-C19B-7CEE-21FFAA50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305C2-0D6F-F1BE-6C5A-7BE778C5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013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시그모이드</a:t>
            </a:r>
            <a:r>
              <a:rPr lang="ko-KR" altLang="en-US" sz="3600" b="1" dirty="0"/>
              <a:t> 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A15C6E-24FC-8CBB-E59C-946575BA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E10A197-6E43-EFE6-5656-55075FAC4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6143" y="1284181"/>
            <a:ext cx="8239714" cy="5072169"/>
          </a:xfrm>
        </p:spPr>
      </p:pic>
    </p:spTree>
    <p:extLst>
      <p:ext uri="{BB962C8B-B14F-4D97-AF65-F5344CB8AC3E}">
        <p14:creationId xmlns:p14="http://schemas.microsoft.com/office/powerpoint/2010/main" val="209422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78EF-4A15-722F-6D02-7364F502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75D53-CE5D-B938-9496-416A6D39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77200" cy="989950"/>
          </a:xfrm>
        </p:spPr>
        <p:txBody>
          <a:bodyPr>
            <a:normAutofit fontScale="90000"/>
          </a:bodyPr>
          <a:lstStyle/>
          <a:p>
            <a:r>
              <a:rPr lang="ko-KR" altLang="en-US" sz="4000" b="1" dirty="0" err="1"/>
              <a:t>시그모이드</a:t>
            </a:r>
            <a:r>
              <a:rPr lang="ko-KR" altLang="en-US" sz="4000" b="1" dirty="0"/>
              <a:t> 함수를 이용한 이진분류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05DFB9-8B49-849B-2519-E2F427A5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121CE75-8BD4-71D3-F4E5-FEABE0C0C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861" y="1172772"/>
            <a:ext cx="8520278" cy="5061341"/>
          </a:xfrm>
        </p:spPr>
      </p:pic>
    </p:spTree>
    <p:extLst>
      <p:ext uri="{BB962C8B-B14F-4D97-AF65-F5344CB8AC3E}">
        <p14:creationId xmlns:p14="http://schemas.microsoft.com/office/powerpoint/2010/main" val="3533355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495F-00C0-396E-371C-3704E1E7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A812E-7376-7C75-8E1D-C4FA63A8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6"/>
            <a:ext cx="10439401" cy="989950"/>
          </a:xfrm>
        </p:spPr>
        <p:txBody>
          <a:bodyPr>
            <a:normAutofit/>
          </a:bodyPr>
          <a:lstStyle/>
          <a:p>
            <a:r>
              <a:rPr lang="ko-KR" altLang="en-US" sz="4000" b="1" dirty="0" err="1"/>
              <a:t>시그모이드</a:t>
            </a:r>
            <a:r>
              <a:rPr lang="ko-KR" altLang="en-US" sz="4000" b="1" dirty="0"/>
              <a:t> 함수를 이용한 이진분류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6A9C3-E528-CF9A-C24B-CF1E17F2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3A4A5A5-1109-6622-3441-7E7C0E90D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9923" y="1081466"/>
            <a:ext cx="8592153" cy="5274884"/>
          </a:xfrm>
        </p:spPr>
      </p:pic>
    </p:spTree>
    <p:extLst>
      <p:ext uri="{BB962C8B-B14F-4D97-AF65-F5344CB8AC3E}">
        <p14:creationId xmlns:p14="http://schemas.microsoft.com/office/powerpoint/2010/main" val="2843892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1A83-65E5-9FF9-95C6-17319F2C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52B94-2729-8075-C8DB-386E63F8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8867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 err="1"/>
              <a:t>시그모이드</a:t>
            </a:r>
            <a:r>
              <a:rPr lang="ko-KR" altLang="en-US" sz="3600" b="1" dirty="0"/>
              <a:t> 함수를 이용한 이진분류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A8F9E-9664-1B2E-FADE-DDE38882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4D568D-F6A0-92AC-6308-3FE394142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7062" y="1123527"/>
            <a:ext cx="8477876" cy="5232823"/>
          </a:xfrm>
        </p:spPr>
      </p:pic>
    </p:spTree>
    <p:extLst>
      <p:ext uri="{BB962C8B-B14F-4D97-AF65-F5344CB8AC3E}">
        <p14:creationId xmlns:p14="http://schemas.microsoft.com/office/powerpoint/2010/main" val="3628167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FE51-D743-B9D3-4933-968E4A08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4BAF4-6503-6F2D-6FD1-E46C0A72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경계선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76BC1-05A0-C41A-5524-6EB03AC6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75573FA-1B89-2E0A-7888-B7895B255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7945" y="1102411"/>
            <a:ext cx="8816109" cy="5390463"/>
          </a:xfrm>
        </p:spPr>
      </p:pic>
    </p:spTree>
    <p:extLst>
      <p:ext uri="{BB962C8B-B14F-4D97-AF65-F5344CB8AC3E}">
        <p14:creationId xmlns:p14="http://schemas.microsoft.com/office/powerpoint/2010/main" val="938612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7EA8-0F4C-0288-894B-3940706E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E12283-353F-29D8-CB27-9FDE62F2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경계선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8FC46-7532-A172-EBB4-50D99E1B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55DB442-B600-8E74-1D16-AAD0E8F23D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4681" y="1327150"/>
            <a:ext cx="8902638" cy="5029200"/>
          </a:xfrm>
        </p:spPr>
      </p:pic>
    </p:spTree>
    <p:extLst>
      <p:ext uri="{BB962C8B-B14F-4D97-AF65-F5344CB8AC3E}">
        <p14:creationId xmlns:p14="http://schemas.microsoft.com/office/powerpoint/2010/main" val="2804303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0A04-7D32-ECD0-A486-FF694A87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1AABC-609A-3EE4-F005-869659DC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경계선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876A5-5EBF-4370-CD09-762239B4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E316FA3-F885-E198-D546-4BFABC5E8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6157" y="1250156"/>
            <a:ext cx="8439686" cy="4993482"/>
          </a:xfrm>
        </p:spPr>
      </p:pic>
    </p:spTree>
    <p:extLst>
      <p:ext uri="{BB962C8B-B14F-4D97-AF65-F5344CB8AC3E}">
        <p14:creationId xmlns:p14="http://schemas.microsoft.com/office/powerpoint/2010/main" val="2657497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7B0F-2400-2F37-9C5B-DA93C866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F7DA1-A647-45A6-5AC5-58FC39878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경계선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F77B1-079A-847E-E932-65F3E8D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7DB65A2-140A-0A82-FD1F-3EE1D728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800621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7259-986F-B1B8-04FB-D6276559A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9A3FA-1CE2-6151-44C5-9A27FFC80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경계선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078FB0-8AB4-8551-19C6-D1EFB51D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EF09BB8-0C02-5AC5-9147-AA19E70D7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2332008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F615-A6A0-5CC8-CBA7-36A0ACD2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7F057-EB04-7829-53ED-5627344C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경계선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74F7F5-FCCE-116E-C719-777429F2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BC7629-106A-9957-8365-2F3DAC166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097" y="1070464"/>
            <a:ext cx="8595806" cy="5285886"/>
          </a:xfrm>
        </p:spPr>
      </p:pic>
    </p:spTree>
    <p:extLst>
      <p:ext uri="{BB962C8B-B14F-4D97-AF65-F5344CB8AC3E}">
        <p14:creationId xmlns:p14="http://schemas.microsoft.com/office/powerpoint/2010/main" val="1178394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1C9B-4E69-3181-639C-EF409D76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321F4-20AF-BC98-FA8D-33226FD8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경계선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108A4-18BD-861B-255D-0288AD04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36C485E-1000-69CB-6721-94514D57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4441" y="1127871"/>
            <a:ext cx="8583118" cy="5171329"/>
          </a:xfrm>
        </p:spPr>
      </p:pic>
    </p:spTree>
    <p:extLst>
      <p:ext uri="{BB962C8B-B14F-4D97-AF65-F5344CB8AC3E}">
        <p14:creationId xmlns:p14="http://schemas.microsoft.com/office/powerpoint/2010/main" val="1727876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25FB-118D-AA38-C7A6-D206123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AFA8-2B93-4589-2C59-F2EDC1FA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분류 경계선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FCDED-6E2A-2D19-CE98-E8EAA0CC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56E0132-C0FE-0B46-4F07-7F2A9DF38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5485" y="1081676"/>
            <a:ext cx="8641030" cy="5274674"/>
          </a:xfrm>
        </p:spPr>
      </p:pic>
    </p:spTree>
    <p:extLst>
      <p:ext uri="{BB962C8B-B14F-4D97-AF65-F5344CB8AC3E}">
        <p14:creationId xmlns:p14="http://schemas.microsoft.com/office/powerpoint/2010/main" val="3815735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0A24-1A3A-C737-E79D-1EA5E2F2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D94BE-67C8-DE3F-92AD-DD6EB953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로지스틱 회귀 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B2496-B569-F4A4-62D7-8034CDF8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BFEA95-C46B-DDEE-E587-B36C4D4AA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4017" y="1062650"/>
            <a:ext cx="8683966" cy="5293700"/>
          </a:xfrm>
        </p:spPr>
      </p:pic>
    </p:spTree>
    <p:extLst>
      <p:ext uri="{BB962C8B-B14F-4D97-AF65-F5344CB8AC3E}">
        <p14:creationId xmlns:p14="http://schemas.microsoft.com/office/powerpoint/2010/main" val="1754073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B63D-C1F9-5A61-AE7B-7991C445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48426-5135-D11B-F822-DB54B0D8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로지스틱 회귀 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686FC-65D7-A20F-D99D-C5430C39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4B4F4EA-28A8-E289-7876-178EF9026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700" y="1231807"/>
            <a:ext cx="8226599" cy="5124543"/>
          </a:xfrm>
        </p:spPr>
      </p:pic>
    </p:spTree>
    <p:extLst>
      <p:ext uri="{BB962C8B-B14F-4D97-AF65-F5344CB8AC3E}">
        <p14:creationId xmlns:p14="http://schemas.microsoft.com/office/powerpoint/2010/main" val="24558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3547-E79E-0B11-528A-CF136221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6D81A-35D6-DE60-A50C-BD195C92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로지스틱 회귀 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B279C-6A09-4CD3-EF14-C283430E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39A37B4-ABA3-1B3E-7C47-7C371069B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0050" y="1272476"/>
            <a:ext cx="8491900" cy="5083874"/>
          </a:xfrm>
        </p:spPr>
      </p:pic>
    </p:spTree>
    <p:extLst>
      <p:ext uri="{BB962C8B-B14F-4D97-AF65-F5344CB8AC3E}">
        <p14:creationId xmlns:p14="http://schemas.microsoft.com/office/powerpoint/2010/main" val="3182184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94A7-FE74-6246-A8BB-99C07A19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D4A1C-A5CA-A7FC-2010-E5B0A006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로지스틱 회귀 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4DCC8-B213-8A19-593F-D84038D0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5640334-2AB9-67D3-D877-FB2A48082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0663" y="1331700"/>
            <a:ext cx="8130674" cy="5024650"/>
          </a:xfrm>
        </p:spPr>
      </p:pic>
    </p:spTree>
    <p:extLst>
      <p:ext uri="{BB962C8B-B14F-4D97-AF65-F5344CB8AC3E}">
        <p14:creationId xmlns:p14="http://schemas.microsoft.com/office/powerpoint/2010/main" val="442999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BD72D-C343-7334-F991-AD5C5B14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353AE-9A9C-F468-5F5A-42F61A0A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로지스틱 회귀 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8FECE-3675-F03E-AB6C-12DF2EBB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89588F6-C0A8-81A1-87C2-B3D85AAEB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4829" y="1299950"/>
            <a:ext cx="8242342" cy="5056400"/>
          </a:xfrm>
        </p:spPr>
      </p:pic>
    </p:spTree>
    <p:extLst>
      <p:ext uri="{BB962C8B-B14F-4D97-AF65-F5344CB8AC3E}">
        <p14:creationId xmlns:p14="http://schemas.microsoft.com/office/powerpoint/2010/main" val="1158143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7EFE-D30D-D680-4DCB-F9B6049A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33312-FEB6-7F6D-1ACD-A03E3FEF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로지스틱 회귀 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90806-80B6-573F-F1FC-9754A79A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16D18EC-7841-CD43-F346-CDF653450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7012" y="1324009"/>
            <a:ext cx="8137975" cy="5032341"/>
          </a:xfrm>
        </p:spPr>
      </p:pic>
    </p:spTree>
    <p:extLst>
      <p:ext uri="{BB962C8B-B14F-4D97-AF65-F5344CB8AC3E}">
        <p14:creationId xmlns:p14="http://schemas.microsoft.com/office/powerpoint/2010/main" val="1868015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4965-BC6A-B772-02F1-8140883C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43186-CBB9-4FCF-130D-2DB5FAA30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로지스틱 회귀 비용함수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D245DC-1237-9C2F-1331-E382612F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68169B5-57EA-5F97-BEEB-3DECC4486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8477" y="1302286"/>
            <a:ext cx="8195046" cy="5054064"/>
          </a:xfrm>
        </p:spPr>
      </p:pic>
    </p:spTree>
    <p:extLst>
      <p:ext uri="{BB962C8B-B14F-4D97-AF65-F5344CB8AC3E}">
        <p14:creationId xmlns:p14="http://schemas.microsoft.com/office/powerpoint/2010/main" val="2485469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AB53-3223-4B73-FF9E-CF4CE5E0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E48FE-25B0-B593-248C-DC5D9266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경사 </a:t>
            </a:r>
            <a:r>
              <a:rPr lang="ko-KR" altLang="en-US" sz="3600" b="1" dirty="0" err="1"/>
              <a:t>하강법</a:t>
            </a:r>
            <a:r>
              <a:rPr lang="ko-KR" altLang="en-US" sz="3600" b="1" dirty="0"/>
              <a:t> 적용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AD247-AB35-9E56-8A37-2AC7619B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CE8642B-C974-F166-591A-AE6D7D803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1550075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7C9D-2E8C-3142-F038-DF397966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D2681-9457-9676-9589-987D79AE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경사 </a:t>
            </a:r>
            <a:r>
              <a:rPr lang="ko-KR" altLang="en-US" sz="3600" b="1" dirty="0" err="1"/>
              <a:t>하강법</a:t>
            </a:r>
            <a:r>
              <a:rPr lang="ko-KR" altLang="en-US" sz="3600" b="1" dirty="0"/>
              <a:t> 적용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A1F24-084D-F7C0-917A-445241BD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10" name="그림 9" descr="텍스트, 폰트, 친필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165F41-DC3D-4099-8F70-7DDDC8705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623" y="1599013"/>
            <a:ext cx="5220896" cy="1519861"/>
          </a:xfrm>
          <a:prstGeom prst="rect">
            <a:avLst/>
          </a:prstGeom>
        </p:spPr>
      </p:pic>
      <p:pic>
        <p:nvPicPr>
          <p:cNvPr id="12" name="그림 11" descr="텍스트, 폰트, 친필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22743E1-B3BC-134D-4C28-EA2F7DADD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82" y="3739127"/>
            <a:ext cx="6250441" cy="829370"/>
          </a:xfrm>
          <a:prstGeom prst="rect">
            <a:avLst/>
          </a:prstGeom>
        </p:spPr>
      </p:pic>
      <p:pic>
        <p:nvPicPr>
          <p:cNvPr id="14" name="그림 13" descr="폰트, 친필, 텍스트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B65635E-1132-B6F3-9B62-E208055C9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079" y="2835036"/>
            <a:ext cx="3790950" cy="780490"/>
          </a:xfrm>
          <a:prstGeom prst="rect">
            <a:avLst/>
          </a:prstGeom>
        </p:spPr>
      </p:pic>
      <p:pic>
        <p:nvPicPr>
          <p:cNvPr id="16" name="그림 15" descr="텍스트, 폰트, 화이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C2D3358-CB54-A557-2878-48E75EA982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19" y="1655229"/>
            <a:ext cx="5353010" cy="1078445"/>
          </a:xfrm>
          <a:prstGeom prst="rect">
            <a:avLst/>
          </a:prstGeom>
        </p:spPr>
      </p:pic>
      <p:pic>
        <p:nvPicPr>
          <p:cNvPr id="20" name="내용 개체 틀 19" descr="텍스트, 친필, 폰트, 서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4EE5F0-DFAC-C6FC-6B02-FAB73A4D9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623" y="3242894"/>
            <a:ext cx="5220896" cy="2586884"/>
          </a:xfrm>
        </p:spPr>
      </p:pic>
    </p:spTree>
    <p:extLst>
      <p:ext uri="{BB962C8B-B14F-4D97-AF65-F5344CB8AC3E}">
        <p14:creationId xmlns:p14="http://schemas.microsoft.com/office/powerpoint/2010/main" val="1868323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6633-DEAF-35EE-0B04-1142306D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4381C-3D0C-27FD-574F-2EB82D84C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6C40B-16F1-958B-9905-3D561419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51F4D17-2375-5FDB-0B65-EBB7B4E6B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632646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04E8C-33AB-9DF5-5912-734C2126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B628D-09F0-F478-157F-49603391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8DF96D-898C-20A4-9EB5-8A3C8FCB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93C7800-B5E9-7007-C24B-B5ABE6954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3106476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6C38-EAE2-DC01-878B-58E4AC9B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5BEAF-0BF9-E4EA-5D06-F76396685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0CFFD8-A15C-249A-FD0D-EAF73E98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35FF187-CAF9-6CE6-77BA-39F090DE5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7341072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D8602-8322-F007-76DF-7A62D34E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950AE-70C0-88E9-9164-850405A4B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5E533-87D6-9F4D-8ADE-DD025418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FF1FDF2-6512-EC56-542A-0C688BD48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506543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A024E-329D-1ADE-4D40-A9735BBE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82DBE-8FF6-BE55-9D42-ED1069A7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30D39C-9D2C-590E-DBDB-D95EF057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2C1445-9E5F-0C30-D881-CCE768B18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4207209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12EF2-6BCB-2FBA-2D2E-0BB57F6B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5E39D-E87E-669D-C475-9D092E22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185B80-CC74-44C5-3F5B-99DD9A65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AADB697-734F-A078-FEC5-E4C15C4ED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3841554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020F-1F42-D54A-62F3-A59E79C4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B88FA-0D88-6501-100C-B3F021C6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1BBEC6-EB62-A4E6-CA96-C3B959FFE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8FBE49B-EF98-676E-F9DB-EFAA64DA9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2374908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1A9AF-5407-3C21-9202-6E7DD5FA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D9437-E019-035C-799E-5279F0F3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29C1B7-9532-EAEF-FB6D-FE9754DE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8F17B73-E962-AACC-75F8-BD1AC7AA6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37694266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2D82E-61B4-3C8B-9C48-2DD13704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15DBD-74C1-9FAF-BBE4-EFE445A70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다중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0248E-90E9-8EA1-BD4A-0F662B95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C7AC8B4-66E2-7059-9480-F9517C4FF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2423609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75F41-093E-5828-E6A0-D17898D95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4E1E7-2AD4-1D11-CBB5-40CCD4A0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Threshold &amp; Accuracy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A72613-24A7-65B1-149F-CB439E6B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466C8C2-BE7F-496D-C266-2A5291B05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3526981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02CD-A506-7056-826B-33A2C62B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B2B63-9D9F-77DC-F756-AD2ED6F8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Threshold &amp; Accuracy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BBEF14-6E5E-DAA8-76F7-8DD0AF16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1E7E1B1-93FD-9270-AC01-0CF2CC308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239250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D4EC-25F3-93DC-4E8E-9D8F9329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8B2C7-47A1-FF2C-AF1A-24608782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Threshold &amp; Accuracy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39896-275B-C782-4EA0-DD67016A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35D1002-756F-5128-CE31-CA042E825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34266159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9F01C-2126-A0D3-0AF5-F2C181FB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7D1ED-C96A-5F91-F0CF-9D38DB714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ROC Curve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275B3-C7C5-BD35-05B4-026BD91A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C09A116-7E4D-DC40-47D4-8D5935D63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28417073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904C3-516B-6344-A72D-4342F228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604DB-37C9-711C-8A7F-09BB6D90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ROC Curve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594F0F-7B02-26E6-457B-8E2724E6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B84DE65-4106-A9E5-FA2F-A02F534AC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2453226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74F6E-F493-7E4A-510D-2895725D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31346-D6D5-D5B6-762E-4AFB4913C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ROC Curve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4A57C-6318-206D-E157-47E47CC6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F9A6D7-0C34-716C-540C-174992A17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3181044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D6EEE-2F5C-C4C1-FD30-10C6AF45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76DB3-3879-C99F-4218-D208632E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ROC Curve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13502B-0405-30F7-A8C7-4F062F4A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A64B1B5-B7B3-4F5A-0486-954AD69E3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43C5E370-3928-639A-2915-09E5FD12E511}"/>
                  </a:ext>
                </a:extLst>
              </p14:cNvPr>
              <p14:cNvContentPartPr/>
              <p14:nvPr/>
            </p14:nvContentPartPr>
            <p14:xfrm>
              <a:off x="3771710" y="4621830"/>
              <a:ext cx="971280" cy="75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43C5E370-3928-639A-2915-09E5FD12E5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8070" y="4514190"/>
                <a:ext cx="10789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0CBD0489-5200-3634-6E0B-6242E1F3547B}"/>
                  </a:ext>
                </a:extLst>
              </p14:cNvPr>
              <p14:cNvContentPartPr/>
              <p14:nvPr/>
            </p14:nvContentPartPr>
            <p14:xfrm>
              <a:off x="8178470" y="4300350"/>
              <a:ext cx="121680" cy="57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0CBD0489-5200-3634-6E0B-6242E1F354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24830" y="4192350"/>
                <a:ext cx="2293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7BB2F77-0CD7-1C36-8EA3-0CB0D26DF578}"/>
                  </a:ext>
                </a:extLst>
              </p14:cNvPr>
              <p14:cNvContentPartPr/>
              <p14:nvPr/>
            </p14:nvContentPartPr>
            <p14:xfrm>
              <a:off x="3777830" y="4374870"/>
              <a:ext cx="965160" cy="327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7BB2F77-0CD7-1C36-8EA3-0CB0D26DF57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24190" y="4267230"/>
                <a:ext cx="10728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40B86CC0-87A1-7B76-2FBF-3C794A297AFE}"/>
                  </a:ext>
                </a:extLst>
              </p14:cNvPr>
              <p14:cNvContentPartPr/>
              <p14:nvPr/>
            </p14:nvContentPartPr>
            <p14:xfrm>
              <a:off x="7194230" y="4540110"/>
              <a:ext cx="88920" cy="129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40B86CC0-87A1-7B76-2FBF-3C794A297A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40590" y="4432470"/>
                <a:ext cx="196560" cy="22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23598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51B05-214C-5DE4-B58A-4A1A9EB2A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3737-CB68-1FD9-6EDF-DCA852A3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AUROC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BA5626-5953-48E0-B65A-22CCB454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40F4F94-40F3-DE58-2985-1E29D7187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14332864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D659-6D54-9528-1B48-CB91738F7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42B7A-CED7-B5E7-DC3F-256C7BBD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Youden’s index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28112E-CA6F-7EA1-05BE-C3A93DF2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8C5A43A-A753-3489-63CB-00A64E901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2740954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177</Words>
  <Application>Microsoft Office PowerPoint</Application>
  <PresentationFormat>와이드스크린</PresentationFormat>
  <Paragraphs>101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3" baseType="lpstr">
      <vt:lpstr>맑은 고딕</vt:lpstr>
      <vt:lpstr>Arial</vt:lpstr>
      <vt:lpstr>Office 테마</vt:lpstr>
      <vt:lpstr>로지스틱 회귀</vt:lpstr>
      <vt:lpstr>이진 분류</vt:lpstr>
      <vt:lpstr>이진 분류</vt:lpstr>
      <vt:lpstr>선형회귀에서의 이진분류 적용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시그모이드 함수</vt:lpstr>
      <vt:lpstr>시그모이드 함수</vt:lpstr>
      <vt:lpstr>시그모이드 함수</vt:lpstr>
      <vt:lpstr>시그모이드 함수를 이용한 이진분류</vt:lpstr>
      <vt:lpstr>시그모이드 함수를 이용한 이진분류</vt:lpstr>
      <vt:lpstr>시그모이드 함수를 이용한 이진분류</vt:lpstr>
      <vt:lpstr>분류 경계선</vt:lpstr>
      <vt:lpstr>분류 경계선</vt:lpstr>
      <vt:lpstr>분류 경계선</vt:lpstr>
      <vt:lpstr>분류 경계선</vt:lpstr>
      <vt:lpstr>분류 경계선</vt:lpstr>
      <vt:lpstr>분류 경계선</vt:lpstr>
      <vt:lpstr>분류 경계선</vt:lpstr>
      <vt:lpstr>분류 경계선</vt:lpstr>
      <vt:lpstr>로지스틱 회귀 비용함수</vt:lpstr>
      <vt:lpstr>로지스틱 회귀 비용함수</vt:lpstr>
      <vt:lpstr>로지스틱 회귀 비용함수</vt:lpstr>
      <vt:lpstr>로지스틱 회귀 비용함수</vt:lpstr>
      <vt:lpstr>로지스틱 회귀 비용함수</vt:lpstr>
      <vt:lpstr>로지스틱 회귀 비용함수</vt:lpstr>
      <vt:lpstr>로지스틱 회귀 비용함수</vt:lpstr>
      <vt:lpstr>경사 하강법 적용</vt:lpstr>
      <vt:lpstr>경사 하강법 적용</vt:lpstr>
      <vt:lpstr>다중 분류</vt:lpstr>
      <vt:lpstr>다중 분류</vt:lpstr>
      <vt:lpstr>다중 분류</vt:lpstr>
      <vt:lpstr>다중 분류</vt:lpstr>
      <vt:lpstr>다중 분류</vt:lpstr>
      <vt:lpstr>다중 분류</vt:lpstr>
      <vt:lpstr>다중 분류</vt:lpstr>
      <vt:lpstr>다중 분류</vt:lpstr>
      <vt:lpstr>다중 분류</vt:lpstr>
      <vt:lpstr>Threshold &amp; Accuracy</vt:lpstr>
      <vt:lpstr>Threshold &amp; Accuracy</vt:lpstr>
      <vt:lpstr>Threshold &amp; Accuracy</vt:lpstr>
      <vt:lpstr>ROC Curve</vt:lpstr>
      <vt:lpstr>ROC Curve</vt:lpstr>
      <vt:lpstr>ROC Curve</vt:lpstr>
      <vt:lpstr>ROC Curve</vt:lpstr>
      <vt:lpstr>AUROC</vt:lpstr>
      <vt:lpstr>Youden’s index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12</cp:revision>
  <dcterms:created xsi:type="dcterms:W3CDTF">2025-03-09T02:43:38Z</dcterms:created>
  <dcterms:modified xsi:type="dcterms:W3CDTF">2025-03-23T10:29:40Z</dcterms:modified>
</cp:coreProperties>
</file>